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81" r:id="rId2"/>
    <p:sldId id="282" r:id="rId3"/>
  </p:sldIdLst>
  <p:sldSz cx="3095625" cy="1944688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 autoAdjust="0"/>
    <p:restoredTop sz="94660"/>
  </p:normalViewPr>
  <p:slideViewPr>
    <p:cSldViewPr snapToGrid="0">
      <p:cViewPr varScale="1">
        <p:scale>
          <a:sx n="324" d="100"/>
          <a:sy n="324" d="100"/>
        </p:scale>
        <p:origin x="1356" y="468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9141" cy="494097"/>
          </a:xfrm>
          <a:prstGeom prst="rect">
            <a:avLst/>
          </a:prstGeom>
        </p:spPr>
        <p:txBody>
          <a:bodyPr vert="horz" lIns="89788" tIns="44894" rIns="89788" bIns="4489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072" y="2"/>
            <a:ext cx="2919141" cy="494097"/>
          </a:xfrm>
          <a:prstGeom prst="rect">
            <a:avLst/>
          </a:prstGeom>
        </p:spPr>
        <p:txBody>
          <a:bodyPr vert="horz" lIns="89788" tIns="44894" rIns="89788" bIns="44894" rtlCol="0"/>
          <a:lstStyle>
            <a:lvl1pPr algn="r">
              <a:defRPr sz="1200"/>
            </a:lvl1pPr>
          </a:lstStyle>
          <a:p>
            <a:fld id="{DFB49DE1-FB4B-4CFB-9A42-CC282F575BDD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33488"/>
            <a:ext cx="529748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88" tIns="44894" rIns="89788" bIns="4489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889" y="4748652"/>
            <a:ext cx="5387989" cy="3883981"/>
          </a:xfrm>
          <a:prstGeom prst="rect">
            <a:avLst/>
          </a:prstGeom>
        </p:spPr>
        <p:txBody>
          <a:bodyPr vert="horz" lIns="89788" tIns="44894" rIns="89788" bIns="4489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9372218"/>
            <a:ext cx="2919141" cy="494097"/>
          </a:xfrm>
          <a:prstGeom prst="rect">
            <a:avLst/>
          </a:prstGeom>
        </p:spPr>
        <p:txBody>
          <a:bodyPr vert="horz" lIns="89788" tIns="44894" rIns="89788" bIns="44894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072" y="9372218"/>
            <a:ext cx="2919141" cy="494097"/>
          </a:xfrm>
          <a:prstGeom prst="rect">
            <a:avLst/>
          </a:prstGeom>
        </p:spPr>
        <p:txBody>
          <a:bodyPr vert="horz" lIns="89788" tIns="44894" rIns="89788" bIns="44894" rtlCol="0" anchor="b"/>
          <a:lstStyle>
            <a:lvl1pPr algn="r">
              <a:defRPr sz="12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38B8-8D7D-B972-AE94-748C2783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C2C9DC7-2686-13B9-FB76-3634492DC36B}"/>
              </a:ext>
            </a:extLst>
          </p:cNvPr>
          <p:cNvSpPr/>
          <p:nvPr/>
        </p:nvSpPr>
        <p:spPr>
          <a:xfrm>
            <a:off x="-1" y="0"/>
            <a:ext cx="3095625" cy="1944687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48DEEB54-78CB-630F-C70B-4D6F8753FB08}"/>
              </a:ext>
            </a:extLst>
          </p:cNvPr>
          <p:cNvGrpSpPr/>
          <p:nvPr/>
        </p:nvGrpSpPr>
        <p:grpSpPr>
          <a:xfrm>
            <a:off x="52957" y="102140"/>
            <a:ext cx="1739793" cy="1740408"/>
            <a:chOff x="4761" y="0"/>
            <a:chExt cx="1944000" cy="1944687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10CF7447-3D66-B339-9A11-3116EF689A6A}"/>
                </a:ext>
              </a:extLst>
            </p:cNvPr>
            <p:cNvSpPr/>
            <p:nvPr/>
          </p:nvSpPr>
          <p:spPr>
            <a:xfrm>
              <a:off x="4761" y="0"/>
              <a:ext cx="1944000" cy="1944687"/>
            </a:xfrm>
            <a:prstGeom prst="roundRect">
              <a:avLst>
                <a:gd name="adj" fmla="val 8828"/>
              </a:avLst>
            </a:prstGeom>
            <a:blipFill>
              <a:blip r:embed="rId2"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DE24A179-1F2A-C1D7-05E1-9BB072EB57AC}"/>
                </a:ext>
              </a:extLst>
            </p:cNvPr>
            <p:cNvGrpSpPr/>
            <p:nvPr/>
          </p:nvGrpSpPr>
          <p:grpSpPr>
            <a:xfrm>
              <a:off x="311866" y="138682"/>
              <a:ext cx="1329789" cy="1662236"/>
              <a:chOff x="324896" y="199586"/>
              <a:chExt cx="1294896" cy="1618620"/>
            </a:xfrm>
          </p:grpSpPr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A9AE4136-B913-76E7-47D4-852AFC169F57}"/>
                  </a:ext>
                </a:extLst>
              </p:cNvPr>
              <p:cNvSpPr/>
              <p:nvPr/>
            </p:nvSpPr>
            <p:spPr>
              <a:xfrm>
                <a:off x="324896" y="199586"/>
                <a:ext cx="1294896" cy="1618620"/>
              </a:xfrm>
              <a:prstGeom prst="roundRect">
                <a:avLst>
                  <a:gd name="adj" fmla="val 17073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1" name="図 20" descr="ロゴ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569C78D8-0EB3-537C-BA17-814D82690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" t="9650" r="4370" b="12728"/>
              <a:stretch>
                <a:fillRect/>
              </a:stretch>
            </p:blipFill>
            <p:spPr>
              <a:xfrm>
                <a:off x="471089" y="268171"/>
                <a:ext cx="1002507" cy="282809"/>
              </a:xfrm>
              <a:prstGeom prst="rect">
                <a:avLst/>
              </a:prstGeom>
            </p:spPr>
          </p:pic>
        </p:grpSp>
      </p:grp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5B1F69A-74E7-82D8-6EF7-6B1DD5128252}"/>
              </a:ext>
            </a:extLst>
          </p:cNvPr>
          <p:cNvSpPr/>
          <p:nvPr/>
        </p:nvSpPr>
        <p:spPr>
          <a:xfrm>
            <a:off x="1740747" y="256350"/>
            <a:ext cx="1354878" cy="215018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「学長煎餅」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D5B5973E-9FC2-A5CF-3D1A-C98B1583D82D}"/>
              </a:ext>
            </a:extLst>
          </p:cNvPr>
          <p:cNvSpPr/>
          <p:nvPr/>
        </p:nvSpPr>
        <p:spPr>
          <a:xfrm>
            <a:off x="1924171" y="416834"/>
            <a:ext cx="988031" cy="2715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金銀詰替せ</a:t>
            </a:r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10</a:t>
            </a:r>
            <a:r>
              <a: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枚入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770D425-D97D-816A-9865-D314F2621123}"/>
              </a:ext>
            </a:extLst>
          </p:cNvPr>
          <p:cNvSpPr/>
          <p:nvPr/>
        </p:nvSpPr>
        <p:spPr>
          <a:xfrm>
            <a:off x="-11724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428A9B9-9DA8-6BFD-08C4-D55F28E42CA0}"/>
              </a:ext>
            </a:extLst>
          </p:cNvPr>
          <p:cNvSpPr/>
          <p:nvPr/>
        </p:nvSpPr>
        <p:spPr>
          <a:xfrm>
            <a:off x="215106" y="1793006"/>
            <a:ext cx="2654348" cy="1210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F245AB2-EEFC-E284-5AE8-75133D5967C5}"/>
              </a:ext>
            </a:extLst>
          </p:cNvPr>
          <p:cNvGrpSpPr/>
          <p:nvPr/>
        </p:nvGrpSpPr>
        <p:grpSpPr>
          <a:xfrm>
            <a:off x="1857899" y="638294"/>
            <a:ext cx="1124050" cy="1124050"/>
            <a:chOff x="1007265" y="2577396"/>
            <a:chExt cx="962823" cy="928507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2C0293F5-25A2-BAAD-C36A-F8BD7527D984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1ADE3E5-BA39-5AEE-8BD7-DDD260354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32D3BE-975C-57AE-94DC-B6F7FC911B67}"/>
              </a:ext>
            </a:extLst>
          </p:cNvPr>
          <p:cNvSpPr/>
          <p:nvPr/>
        </p:nvSpPr>
        <p:spPr>
          <a:xfrm>
            <a:off x="1924171" y="37747"/>
            <a:ext cx="988031" cy="2715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秋田大学オリジナル</a:t>
            </a:r>
            <a:endParaRPr kumimoji="1" lang="en-US" altLang="ja-JP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807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18B7-95B3-8DEF-89E7-D8EB11A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B553E1C-93E5-7741-5BE0-21B6F34BCC2A}"/>
              </a:ext>
            </a:extLst>
          </p:cNvPr>
          <p:cNvSpPr/>
          <p:nvPr/>
        </p:nvSpPr>
        <p:spPr>
          <a:xfrm>
            <a:off x="-1" y="0"/>
            <a:ext cx="3095625" cy="1944687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B01305D-13E8-D326-DFB1-2D11528469B1}"/>
              </a:ext>
            </a:extLst>
          </p:cNvPr>
          <p:cNvSpPr/>
          <p:nvPr/>
        </p:nvSpPr>
        <p:spPr>
          <a:xfrm>
            <a:off x="57150" y="90488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EFB68EC-218E-33D2-A980-B25E6D96C685}"/>
              </a:ext>
            </a:extLst>
          </p:cNvPr>
          <p:cNvSpPr/>
          <p:nvPr/>
        </p:nvSpPr>
        <p:spPr>
          <a:xfrm>
            <a:off x="204787" y="200497"/>
            <a:ext cx="2662238" cy="913626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本カードを破損・紛失された場合、または利用期限を過ぎた場合は、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いかなる場合であっても商品をご提供できかねますので、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3B85B00-3FFD-3C66-2B1F-65E05DF0D111}"/>
              </a:ext>
            </a:extLst>
          </p:cNvPr>
          <p:cNvSpPr/>
          <p:nvPr/>
        </p:nvSpPr>
        <p:spPr>
          <a:xfrm>
            <a:off x="284203" y="433133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8840FA-8BA6-D492-7178-88D799CD79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4B6410A-4EAF-C2B7-3C90-53653C8DE213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返礼品に関するお問い合わせ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秋田大学総務企画課広報課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018-889-3018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kouhou@jimu.akita-u.ac.jp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CE2EAB-21EF-E1A0-BF75-9518E545E6AA}"/>
              </a:ext>
            </a:extLst>
          </p:cNvPr>
          <p:cNvSpPr/>
          <p:nvPr/>
        </p:nvSpPr>
        <p:spPr>
          <a:xfrm>
            <a:off x="187536" y="1788427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7A6FE6-8304-E105-F4CC-BA0CC23DCBE0}"/>
              </a:ext>
            </a:extLst>
          </p:cNvPr>
          <p:cNvSpPr/>
          <p:nvPr/>
        </p:nvSpPr>
        <p:spPr>
          <a:xfrm>
            <a:off x="170288" y="20049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   年     月    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1FA509-A0BD-AC34-663F-24EDF71C7E51}"/>
              </a:ext>
            </a:extLst>
          </p:cNvPr>
          <p:cNvSpPr/>
          <p:nvPr/>
        </p:nvSpPr>
        <p:spPr>
          <a:xfrm>
            <a:off x="1042276" y="442292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2779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844</TotalTime>
  <Words>119</Words>
  <Application>Microsoft Office PowerPoint</Application>
  <PresentationFormat>ユーザー設定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悠大</dc:creator>
  <cp:lastModifiedBy>yudai itou</cp:lastModifiedBy>
  <cp:revision>106</cp:revision>
  <cp:lastPrinted>2026-03-03T07:54:59Z</cp:lastPrinted>
  <dcterms:created xsi:type="dcterms:W3CDTF">2026-01-29T04:40:41Z</dcterms:created>
  <dcterms:modified xsi:type="dcterms:W3CDTF">2026-03-12T05:10:07Z</dcterms:modified>
</cp:coreProperties>
</file>