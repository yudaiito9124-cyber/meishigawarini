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81" r:id="rId2"/>
    <p:sldId id="282" r:id="rId3"/>
    <p:sldId id="283" r:id="rId4"/>
    <p:sldId id="284" r:id="rId5"/>
    <p:sldId id="291" r:id="rId6"/>
    <p:sldId id="286" r:id="rId7"/>
    <p:sldId id="290" r:id="rId8"/>
    <p:sldId id="285" r:id="rId9"/>
    <p:sldId id="287" r:id="rId10"/>
    <p:sldId id="289" r:id="rId11"/>
    <p:sldId id="288" r:id="rId12"/>
  </p:sldIdLst>
  <p:sldSz cx="3095625" cy="1944688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618" y="1254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19141" cy="494097"/>
          </a:xfrm>
          <a:prstGeom prst="rect">
            <a:avLst/>
          </a:prstGeom>
        </p:spPr>
        <p:txBody>
          <a:bodyPr vert="horz" lIns="89781" tIns="44891" rIns="89781" bIns="44891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073" y="3"/>
            <a:ext cx="2919141" cy="494097"/>
          </a:xfrm>
          <a:prstGeom prst="rect">
            <a:avLst/>
          </a:prstGeom>
        </p:spPr>
        <p:txBody>
          <a:bodyPr vert="horz" lIns="89781" tIns="44891" rIns="89781" bIns="44891" rtlCol="0"/>
          <a:lstStyle>
            <a:lvl1pPr algn="r">
              <a:defRPr sz="1200"/>
            </a:lvl1pPr>
          </a:lstStyle>
          <a:p>
            <a:fld id="{DFB49DE1-FB4B-4CFB-9A42-CC282F575BD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33488"/>
            <a:ext cx="529748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81" tIns="44891" rIns="89781" bIns="44891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890" y="4748652"/>
            <a:ext cx="5387989" cy="3883981"/>
          </a:xfrm>
          <a:prstGeom prst="rect">
            <a:avLst/>
          </a:prstGeom>
        </p:spPr>
        <p:txBody>
          <a:bodyPr vert="horz" lIns="89781" tIns="44891" rIns="89781" bIns="44891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372219"/>
            <a:ext cx="2919141" cy="494097"/>
          </a:xfrm>
          <a:prstGeom prst="rect">
            <a:avLst/>
          </a:prstGeom>
        </p:spPr>
        <p:txBody>
          <a:bodyPr vert="horz" lIns="89781" tIns="44891" rIns="89781" bIns="44891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073" y="9372219"/>
            <a:ext cx="2919141" cy="494097"/>
          </a:xfrm>
          <a:prstGeom prst="rect">
            <a:avLst/>
          </a:prstGeom>
        </p:spPr>
        <p:txBody>
          <a:bodyPr vert="horz" lIns="89781" tIns="44891" rIns="89781" bIns="44891" rtlCol="0" anchor="b"/>
          <a:lstStyle>
            <a:lvl1pPr algn="r">
              <a:defRPr sz="12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38B8-8D7D-B972-AE94-748C2783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C2C9DC7-2686-13B9-FB76-3634492DC36B}"/>
              </a:ext>
            </a:extLst>
          </p:cNvPr>
          <p:cNvSpPr/>
          <p:nvPr/>
        </p:nvSpPr>
        <p:spPr>
          <a:xfrm>
            <a:off x="-1" y="0"/>
            <a:ext cx="3095625" cy="1944687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48DEEB54-78CB-630F-C70B-4D6F8753FB08}"/>
              </a:ext>
            </a:extLst>
          </p:cNvPr>
          <p:cNvGrpSpPr/>
          <p:nvPr/>
        </p:nvGrpSpPr>
        <p:grpSpPr>
          <a:xfrm>
            <a:off x="0" y="35061"/>
            <a:ext cx="1781026" cy="1781656"/>
            <a:chOff x="4761" y="0"/>
            <a:chExt cx="1944000" cy="1944687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10CF7447-3D66-B339-9A11-3116EF689A6A}"/>
                </a:ext>
              </a:extLst>
            </p:cNvPr>
            <p:cNvSpPr/>
            <p:nvPr/>
          </p:nvSpPr>
          <p:spPr>
            <a:xfrm>
              <a:off x="4761" y="0"/>
              <a:ext cx="1944000" cy="1944687"/>
            </a:xfrm>
            <a:prstGeom prst="roundRect">
              <a:avLst>
                <a:gd name="adj" fmla="val 8828"/>
              </a:avLst>
            </a:prstGeom>
            <a:blipFill>
              <a:blip r:embed="rId2"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DE24A179-1F2A-C1D7-05E1-9BB072EB57AC}"/>
                </a:ext>
              </a:extLst>
            </p:cNvPr>
            <p:cNvGrpSpPr/>
            <p:nvPr/>
          </p:nvGrpSpPr>
          <p:grpSpPr>
            <a:xfrm>
              <a:off x="311866" y="138682"/>
              <a:ext cx="1329789" cy="1662236"/>
              <a:chOff x="324896" y="199586"/>
              <a:chExt cx="1294896" cy="1618620"/>
            </a:xfrm>
          </p:grpSpPr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A9AE4136-B913-76E7-47D4-852AFC169F57}"/>
                  </a:ext>
                </a:extLst>
              </p:cNvPr>
              <p:cNvSpPr/>
              <p:nvPr/>
            </p:nvSpPr>
            <p:spPr>
              <a:xfrm>
                <a:off x="324896" y="199586"/>
                <a:ext cx="1294896" cy="1618620"/>
              </a:xfrm>
              <a:prstGeom prst="roundRect">
                <a:avLst>
                  <a:gd name="adj" fmla="val 17073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1" name="図 20" descr="ロゴ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569C78D8-0EB3-537C-BA17-814D82690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" t="9650" r="4370" b="12728"/>
              <a:stretch>
                <a:fillRect/>
              </a:stretch>
            </p:blipFill>
            <p:spPr>
              <a:xfrm>
                <a:off x="471089" y="268171"/>
                <a:ext cx="1002507" cy="282809"/>
              </a:xfrm>
              <a:prstGeom prst="rect">
                <a:avLst/>
              </a:prstGeom>
            </p:spPr>
          </p:pic>
        </p:grpSp>
      </p:grp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5B1F69A-74E7-82D8-6EF7-6B1DD5128252}"/>
              </a:ext>
            </a:extLst>
          </p:cNvPr>
          <p:cNvSpPr/>
          <p:nvPr/>
        </p:nvSpPr>
        <p:spPr>
          <a:xfrm>
            <a:off x="1742485" y="334219"/>
            <a:ext cx="1354878" cy="215018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「学長煎餅」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770D425-D97D-816A-9865-D314F2621123}"/>
              </a:ext>
            </a:extLst>
          </p:cNvPr>
          <p:cNvSpPr/>
          <p:nvPr/>
        </p:nvSpPr>
        <p:spPr>
          <a:xfrm>
            <a:off x="-11724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428A9B9-9DA8-6BFD-08C4-D55F28E42CA0}"/>
              </a:ext>
            </a:extLst>
          </p:cNvPr>
          <p:cNvSpPr/>
          <p:nvPr/>
        </p:nvSpPr>
        <p:spPr>
          <a:xfrm>
            <a:off x="215106" y="1793006"/>
            <a:ext cx="2654348" cy="1210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F245AB2-EEFC-E284-5AE8-75133D5967C5}"/>
              </a:ext>
            </a:extLst>
          </p:cNvPr>
          <p:cNvGrpSpPr/>
          <p:nvPr/>
        </p:nvGrpSpPr>
        <p:grpSpPr>
          <a:xfrm>
            <a:off x="1857899" y="638294"/>
            <a:ext cx="1124050" cy="1124050"/>
            <a:chOff x="1007265" y="2577396"/>
            <a:chExt cx="962823" cy="928507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2C0293F5-25A2-BAAD-C36A-F8BD7527D984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1ADE3E5-BA39-5AEE-8BD7-DDD260354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32D3BE-975C-57AE-94DC-B6F7FC911B67}"/>
              </a:ext>
            </a:extLst>
          </p:cNvPr>
          <p:cNvSpPr/>
          <p:nvPr/>
        </p:nvSpPr>
        <p:spPr>
          <a:xfrm>
            <a:off x="1927112" y="92292"/>
            <a:ext cx="988031" cy="2715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秋田大学オリジナル</a:t>
            </a:r>
            <a:endParaRPr kumimoji="1" lang="en-US" altLang="ja-JP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807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18B7-95B3-8DEF-89E7-D8EB11A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B553E1C-93E5-7741-5BE0-21B6F34BCC2A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B01305D-13E8-D326-DFB1-2D11528469B1}"/>
              </a:ext>
            </a:extLst>
          </p:cNvPr>
          <p:cNvSpPr/>
          <p:nvPr/>
        </p:nvSpPr>
        <p:spPr>
          <a:xfrm>
            <a:off x="52384" y="86414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EFB68EC-218E-33D2-A980-B25E6D96C685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本カードを破損・紛失された場合、または使用期限を過ぎた場合は、返礼品を</a:t>
            </a:r>
            <a:endParaRPr kumimoji="1" lang="en-US" altLang="ja-JP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ご提供できかねますので、あらかじめご了承くださいますようお願いいたします。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3B85B00-3FFD-3C66-2B1F-65E05DF0D111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8840FA-8BA6-D492-7178-88D799CD79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4B6410A-4EAF-C2B7-3C90-53653C8DE213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返礼品に関するお問い合わせ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秋田大学総務企画部広報課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018-889-3266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kikin@jimu.akita-u.ac.jp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CE2EAB-21EF-E1A0-BF75-9518E545E6AA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7A6FE6-8304-E105-F4CC-BA0CC23DCBE0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1FA509-A0BD-AC34-663F-24EDF71C7E51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74CC00-E4C4-66A6-082F-C1484247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299C835-E619-0E9B-19CF-24FBAE73DDC9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4F4DF1B-C8D8-5256-B230-71FFF4EBBC2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04696F74-A331-2B37-5140-891CE89AD9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02CEC957-440E-84FB-7EB0-44AE3051DD0B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5CE70F7B-CAB9-CEC5-7EC1-DB47F811D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秋田大学オリジナル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DED-CAFD-3E98-07AB-448B2440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DB7CA2F-1E3D-07DC-48B5-6FDB8A46CF35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22EDC73F-1956-395D-55F3-2AA471C22835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4AF81FA0-9EF1-F3E5-8CFE-68209C71F9F5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163BE45-48CE-105B-903F-D6923EA3AC7F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4C601C7-22A4-EC5B-C791-20C5366C1341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本カードを破損・紛失された場合、または使用期限を過ぎた場合は、返礼品を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6BDA754-8E4B-C983-C8B8-FB4DF5267F46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5D1182F7-303E-2D75-32F3-E4AA5BB7ACC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秋田大学総務企画部秘書課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018-889-2201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hisho@jimu.akita-u.ac.jp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9F47755B-7939-1D7F-B1DE-9EB07E6A7B1F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1545E15-01E3-2BA2-128E-1410CA07FD7B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6E09740-961F-C902-DB45-733296A0B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983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B5512-A93A-6B0A-EE8B-B56E0F43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DF00FFF-5672-D4A7-D620-7CE98888221C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77936A4-1A8C-BB39-81CA-EEB8495154E2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72E56F5D-4736-8892-9F2C-FD45ACB90B4E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B76D47E6-5009-D327-0A66-FE2FA6E462DB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495F4327-D759-E9F8-ECE5-8BFDEE1172A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7B78C10D-215F-9FBA-C926-D463E81B77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7BE49C65-35FB-CCB8-3EF8-A7682257E5D4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BF4EF96B-A979-DBDB-838B-690F07AFC2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AE70B54-09DF-0940-4AD7-13021B06A3DA}"/>
                </a:ext>
              </a:extLst>
            </p:cNvPr>
            <p:cNvSpPr/>
            <p:nvPr/>
          </p:nvSpPr>
          <p:spPr>
            <a:xfrm>
              <a:off x="1859247" y="88439"/>
              <a:ext cx="1153343" cy="438956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1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7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57DE5B7-BD2A-0FE2-72E4-3593114B38A0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33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BE07-96BB-46B5-5329-85642C17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8EE4906-EE19-3ADC-67C3-D083481F9DBE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4824347D-FA63-4DAD-69E1-52A6A7450AA4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8FDC3283-0260-139C-7F12-D289E62F3324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E2E32DA-A837-52C7-4FBC-051F0A494453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1F2278CB-99A3-A410-B698-68E2913638A7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本カードを破損・紛失された場合、または使用期限を過ぎた場合は、返礼品を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50CC87DF-8168-7E73-1A6D-9BE074DF9F62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BC002E06-35BD-AC33-692A-B0B83574D53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返礼品に関するお問い合わせ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018-889-3266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kikin@jimu.akita-u.ac.jp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DF1DF99B-5038-92A9-68F9-B77E53F25226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65BEC49D-DECB-15AB-FFEC-BB4B065BE6DF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30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BB4488A3-6763-30EF-524B-DC459B52E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82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1459-17D9-85D9-9278-7F69276F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3236DDD-285A-1337-CF8D-1B35141A82E0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58EFEBD6-CB78-C46E-D547-18068F67CDF9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23002933-6584-07DD-D17A-48B027D6B5B6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292F21E3-0AE7-575E-331A-5B71902D0775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A6958F3-3E64-8F85-88E2-F63319564325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25B6132A-78E9-23AB-107E-2F21900B8BB3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6B83ABC1-2149-DA8C-5293-DA08407BBBF0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051305E7-5892-6A37-5A5C-78FEFA779A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165E1AFD-9F6E-3535-B2B8-A2758099B7D3}"/>
                </a:ext>
              </a:extLst>
            </p:cNvPr>
            <p:cNvSpPr/>
            <p:nvPr/>
          </p:nvSpPr>
          <p:spPr>
            <a:xfrm>
              <a:off x="1859247" y="88439"/>
              <a:ext cx="1153343" cy="438956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1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7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658DCB69-62DE-182A-0575-23354A778B21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044A483-B940-EF71-8BB6-BCC42A5FB92A}"/>
              </a:ext>
            </a:extLst>
          </p:cNvPr>
          <p:cNvGrpSpPr/>
          <p:nvPr/>
        </p:nvGrpSpPr>
        <p:grpSpPr>
          <a:xfrm>
            <a:off x="1828650" y="499856"/>
            <a:ext cx="1240551" cy="1240551"/>
            <a:chOff x="1007265" y="2577396"/>
            <a:chExt cx="962823" cy="928507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520481E7-F3C9-B492-8922-8DCE34C93C2E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59F6665-21AD-1841-2A0A-1AA3B00F3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7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C294-36D8-96D5-EF00-B0FECC7C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13A7771-48AF-D4CF-F408-74217F1D4303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D7AA57F-EDA0-928A-F927-8D51F6170562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83B8F8C6-C104-F831-71FB-6689FEB4541B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7DCB010-EA13-6191-11C9-BE0A535F7C28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E836896D-5EC4-773B-DAC8-1AEE9EC5FFFB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ED3E3F31-AAD3-8763-7C83-D77BE356FB5C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C59B615F-96E3-C9BE-BFC7-B6F84C20A8A3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63A67A38-8515-7C66-BC06-C4E869EB8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29F37AD2-F6D2-7086-D58C-2C0F66AC2968}"/>
                </a:ext>
              </a:extLst>
            </p:cNvPr>
            <p:cNvSpPr/>
            <p:nvPr/>
          </p:nvSpPr>
          <p:spPr>
            <a:xfrm>
              <a:off x="1859247" y="74670"/>
              <a:ext cx="1153343" cy="438956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2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感謝</a:t>
              </a:r>
              <a:endParaRPr kumimoji="1" lang="ja-JP" altLang="en-US" sz="105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55FEFFB-F560-2519-119F-C1952CE9FF96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937E0FD-E446-6E33-CB7F-8A482BDB80B9}"/>
              </a:ext>
            </a:extLst>
          </p:cNvPr>
          <p:cNvGrpSpPr/>
          <p:nvPr/>
        </p:nvGrpSpPr>
        <p:grpSpPr>
          <a:xfrm>
            <a:off x="1828650" y="499856"/>
            <a:ext cx="1240551" cy="1240551"/>
            <a:chOff x="1007265" y="2577396"/>
            <a:chExt cx="962823" cy="928507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50908E15-4816-4F1D-1613-3A3FCC8102FE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BDF635C-DE33-AFEC-460A-88EEE2F5E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1041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BECA-F1D9-A4C3-D825-4CB4EF26A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32AD60A-0486-CBF9-DC84-07978EBB6145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6E80F87-8D3F-7349-9C55-F6B30B15F863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7488DA70-6D55-3740-5B20-32F0AD260014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C3A6E0B-A833-1312-B900-DF5850C21154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AC7521C1-F32E-6081-DE16-294E77792B09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CF3034ED-8E6E-719F-3C7A-E0111D5E929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EAE31886-DB15-713D-990B-8561D3C57136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6D2DA936-0E6F-A593-B2D6-AACA1DB6D4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5F0BBB50-CD20-B7C3-95B5-5065AC632B9F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72530542-B345-3932-EE45-6B72BA7CF745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36F016FF-019E-D392-9D11-2A8F1D16BFDB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感謝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6738D94-E14F-632B-FE56-9A97C1BBFF98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7B789E8-8F75-E26E-D7EA-795307D39E72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B7E8663F-01B1-7900-E7E1-B1BCA8C02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175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B67-2104-CC64-72AB-009C219D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584D19E-A33E-1AE0-40C5-71F555C91F12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C4394BD5-4065-C5AE-FDE1-C7D7A1D2311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773B568-B3D6-FAF7-4278-03B65AA83324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8F57D301-21E5-5B8B-1793-663A0E25C55C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A356266D-B8E0-24F8-A58A-17BEA7001497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4432C75C-BC64-373F-4D11-ADDFA62EC4C7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882CCC63-3482-E9D7-914E-7C5251392B33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B796058B-89F0-9799-1E85-0E33B69AE4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C970144-9609-3024-3E60-C1066BBC7D64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FEC586F6-793A-4C54-DA10-3B4A26BF0719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EFD014A6-A756-149E-E1CF-B1652474A8DD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C509106-D2CD-8961-4B07-A4C723F46777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C4A5E4F1-7C7C-6FA2-8A74-53EEB19C1658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E6DFBA-8BD9-FD59-E499-1D11269B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924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653B-04E0-E2E2-25A0-D91C1096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5937EED-8216-2D35-E244-F79703AAD8D4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29295FC5-B88E-A30E-96FF-E07E8E88C2EC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781F82F9-04CA-AAAF-7FEC-D7A406151DBF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D7B60A6-089C-23DB-282C-7C6F57DD7190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5AB4B0D6-F7D7-3C35-8FD8-7158D01CDD1F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55C2F41B-6201-0327-290A-E2352348E99D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6937C94E-8C3A-1B86-1AC9-EF0C823F80F7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ED048F53-DB9A-AA12-85FD-5623AD2FBF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FFD932E7-5FA1-E6CC-02DE-65AFCC94697E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1E24E20-B759-14A1-6BCC-26F5C435E65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E32BD934-0570-9CA3-F870-78B4B3E713CB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感謝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F807BEB-5CDE-CD97-F08C-9157BBFA48B9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2D1E4182-C881-D271-4D40-1D0A68A9F26F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8A9D3CB-55FD-1575-E734-AE49B7783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645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1216</TotalTime>
  <Words>399</Words>
  <Application>Microsoft Office PowerPoint</Application>
  <PresentationFormat>ユーザー設定</PresentationFormat>
  <Paragraphs>46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 itou</cp:lastModifiedBy>
  <cp:revision>127</cp:revision>
  <cp:lastPrinted>2026-03-18T00:07:17Z</cp:lastPrinted>
  <dcterms:created xsi:type="dcterms:W3CDTF">2026-01-29T04:40:41Z</dcterms:created>
  <dcterms:modified xsi:type="dcterms:W3CDTF">2026-03-18T00:14:36Z</dcterms:modified>
</cp:coreProperties>
</file>