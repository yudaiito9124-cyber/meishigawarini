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83" r:id="rId2"/>
    <p:sldId id="292" r:id="rId3"/>
    <p:sldId id="294" r:id="rId4"/>
    <p:sldId id="295" r:id="rId5"/>
    <p:sldId id="293" r:id="rId6"/>
    <p:sldId id="284" r:id="rId7"/>
  </p:sldIdLst>
  <p:sldSz cx="3095625" cy="1944688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14" autoAdjust="0"/>
    <p:restoredTop sz="94606"/>
  </p:normalViewPr>
  <p:slideViewPr>
    <p:cSldViewPr snapToGrid="0">
      <p:cViewPr varScale="1">
        <p:scale>
          <a:sx n="400" d="100"/>
          <a:sy n="400" d="100"/>
        </p:scale>
        <p:origin x="4504" y="4984"/>
      </p:cViewPr>
      <p:guideLst>
        <p:guide orient="horz" pos="612"/>
        <p:guide pos="9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675" y="4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/>
          <a:lstStyle>
            <a:lvl1pPr algn="r">
              <a:defRPr sz="1300"/>
            </a:lvl1pPr>
          </a:lstStyle>
          <a:p>
            <a:fld id="{DFB49DE1-FB4B-4CFB-9A42-CC282F575BDD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803275" y="1279525"/>
            <a:ext cx="549751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58" tIns="46880" rIns="93758" bIns="4688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738" y="4925915"/>
            <a:ext cx="5682595" cy="4028966"/>
          </a:xfrm>
          <a:prstGeom prst="rect">
            <a:avLst/>
          </a:prstGeom>
        </p:spPr>
        <p:txBody>
          <a:bodyPr vert="horz" lIns="93758" tIns="46880" rIns="93758" bIns="4688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4" y="9722076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675" y="9722076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 anchor="b"/>
          <a:lstStyle>
            <a:lvl1pPr algn="r">
              <a:defRPr sz="1300"/>
            </a:lvl1pPr>
          </a:lstStyle>
          <a:p>
            <a:fld id="{C86A7DC6-4F49-4B31-B557-9BBC3851C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5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1pPr>
    <a:lvl2pPr marL="12092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2pPr>
    <a:lvl3pPr marL="24185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3pPr>
    <a:lvl4pPr marL="36278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4pPr>
    <a:lvl5pPr marL="48371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5pPr>
    <a:lvl6pPr marL="604647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6pPr>
    <a:lvl7pPr marL="72557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7pPr>
    <a:lvl8pPr marL="84650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8pPr>
    <a:lvl9pPr marL="967435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953" y="318263"/>
            <a:ext cx="2321719" cy="677040"/>
          </a:xfrm>
        </p:spPr>
        <p:txBody>
          <a:bodyPr anchor="b"/>
          <a:lstStyle>
            <a:lvl1pPr algn="ctr"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953" y="1021411"/>
            <a:ext cx="2321719" cy="469516"/>
          </a:xfrm>
        </p:spPr>
        <p:txBody>
          <a:bodyPr/>
          <a:lstStyle>
            <a:lvl1pPr marL="0" indent="0" algn="ctr">
              <a:buNone/>
              <a:defRPr sz="609"/>
            </a:lvl1pPr>
            <a:lvl2pPr marL="116083" indent="0" algn="ctr">
              <a:buNone/>
              <a:defRPr sz="508"/>
            </a:lvl2pPr>
            <a:lvl3pPr marL="232166" indent="0" algn="ctr">
              <a:buNone/>
              <a:defRPr sz="457"/>
            </a:lvl3pPr>
            <a:lvl4pPr marL="348249" indent="0" algn="ctr">
              <a:buNone/>
              <a:defRPr sz="406"/>
            </a:lvl4pPr>
            <a:lvl5pPr marL="464332" indent="0" algn="ctr">
              <a:buNone/>
              <a:defRPr sz="406"/>
            </a:lvl5pPr>
            <a:lvl6pPr marL="580415" indent="0" algn="ctr">
              <a:buNone/>
              <a:defRPr sz="406"/>
            </a:lvl6pPr>
            <a:lvl7pPr marL="696498" indent="0" algn="ctr">
              <a:buNone/>
              <a:defRPr sz="406"/>
            </a:lvl7pPr>
            <a:lvl8pPr marL="812582" indent="0" algn="ctr">
              <a:buNone/>
              <a:defRPr sz="406"/>
            </a:lvl8pPr>
            <a:lvl9pPr marL="928665" indent="0" algn="ctr">
              <a:buNone/>
              <a:defRPr sz="40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3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74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12" y="484822"/>
            <a:ext cx="2669977" cy="808936"/>
          </a:xfrm>
        </p:spPr>
        <p:txBody>
          <a:bodyPr anchor="b"/>
          <a:lstStyle>
            <a:lvl1pPr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12" y="1301411"/>
            <a:ext cx="2669977" cy="425400"/>
          </a:xfrm>
        </p:spPr>
        <p:txBody>
          <a:bodyPr/>
          <a:lstStyle>
            <a:lvl1pPr marL="0" indent="0">
              <a:buNone/>
              <a:defRPr sz="609">
                <a:solidFill>
                  <a:schemeClr val="tx1">
                    <a:tint val="82000"/>
                  </a:schemeClr>
                </a:solidFill>
              </a:defRPr>
            </a:lvl1pPr>
            <a:lvl2pPr marL="116083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2pPr>
            <a:lvl3pPr marL="232166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3pPr>
            <a:lvl4pPr marL="348249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4pPr>
            <a:lvl5pPr marL="46433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5pPr>
            <a:lvl6pPr marL="58041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6pPr>
            <a:lvl7pPr marL="696498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7pPr>
            <a:lvl8pPr marL="81258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8pPr>
            <a:lvl9pPr marL="92866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19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824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160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13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03537"/>
            <a:ext cx="2669977" cy="37588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228" y="476719"/>
            <a:ext cx="130959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228" y="710351"/>
            <a:ext cx="130959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7160" y="476719"/>
            <a:ext cx="131604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7160" y="710351"/>
            <a:ext cx="131604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13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4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62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044" y="279999"/>
            <a:ext cx="1567160" cy="1381989"/>
          </a:xfrm>
        </p:spPr>
        <p:txBody>
          <a:bodyPr/>
          <a:lstStyle>
            <a:lvl1pPr>
              <a:defRPr sz="812"/>
            </a:lvl1pPr>
            <a:lvl2pPr>
              <a:defRPr sz="711"/>
            </a:lvl2pPr>
            <a:lvl3pPr>
              <a:defRPr sz="609"/>
            </a:lvl3pPr>
            <a:lvl4pPr>
              <a:defRPr sz="508"/>
            </a:lvl4pPr>
            <a:lvl5pPr>
              <a:defRPr sz="508"/>
            </a:lvl5pPr>
            <a:lvl6pPr>
              <a:defRPr sz="508"/>
            </a:lvl6pPr>
            <a:lvl7pPr>
              <a:defRPr sz="508"/>
            </a:lvl7pPr>
            <a:lvl8pPr>
              <a:defRPr sz="508"/>
            </a:lvl8pPr>
            <a:lvl9pPr>
              <a:defRPr sz="50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3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6044" y="279999"/>
            <a:ext cx="1567160" cy="1381989"/>
          </a:xfrm>
        </p:spPr>
        <p:txBody>
          <a:bodyPr anchor="t"/>
          <a:lstStyle>
            <a:lvl1pPr marL="0" indent="0">
              <a:buNone/>
              <a:defRPr sz="812"/>
            </a:lvl1pPr>
            <a:lvl2pPr marL="116083" indent="0">
              <a:buNone/>
              <a:defRPr sz="711"/>
            </a:lvl2pPr>
            <a:lvl3pPr marL="232166" indent="0">
              <a:buNone/>
              <a:defRPr sz="609"/>
            </a:lvl3pPr>
            <a:lvl4pPr marL="348249" indent="0">
              <a:buNone/>
              <a:defRPr sz="508"/>
            </a:lvl4pPr>
            <a:lvl5pPr marL="464332" indent="0">
              <a:buNone/>
              <a:defRPr sz="508"/>
            </a:lvl5pPr>
            <a:lvl6pPr marL="580415" indent="0">
              <a:buNone/>
              <a:defRPr sz="508"/>
            </a:lvl6pPr>
            <a:lvl7pPr marL="696498" indent="0">
              <a:buNone/>
              <a:defRPr sz="508"/>
            </a:lvl7pPr>
            <a:lvl8pPr marL="812582" indent="0">
              <a:buNone/>
              <a:defRPr sz="508"/>
            </a:lvl8pPr>
            <a:lvl9pPr marL="928665" indent="0">
              <a:buNone/>
              <a:defRPr sz="50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7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06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307" y="103537"/>
            <a:ext cx="667494" cy="16480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824" y="103537"/>
            <a:ext cx="1963787" cy="16480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24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824" y="103537"/>
            <a:ext cx="2669977" cy="37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824" y="517683"/>
            <a:ext cx="2669977" cy="1233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824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943AC-2B44-49B1-8BF7-A9628131A8B9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5426" y="1802438"/>
            <a:ext cx="1044773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285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0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2166" rtl="0" eaLnBrk="1" latinLnBrk="0" hangingPunct="1">
        <a:lnSpc>
          <a:spcPct val="90000"/>
        </a:lnSpc>
        <a:spcBef>
          <a:spcPct val="0"/>
        </a:spcBef>
        <a:buNone/>
        <a:defRPr kumimoji="1" sz="11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042" indent="-58042" algn="l" defTabSz="232166" rtl="0" eaLnBrk="1" latinLnBrk="0" hangingPunct="1">
        <a:lnSpc>
          <a:spcPct val="90000"/>
        </a:lnSpc>
        <a:spcBef>
          <a:spcPts val="254"/>
        </a:spcBef>
        <a:buFont typeface="Arial" panose="020B0604020202020204" pitchFamily="34" charset="0"/>
        <a:buChar char="•"/>
        <a:defRPr kumimoji="1" sz="711" kern="1200">
          <a:solidFill>
            <a:schemeClr val="tx1"/>
          </a:solidFill>
          <a:latin typeface="+mn-lt"/>
          <a:ea typeface="+mn-ea"/>
          <a:cs typeface="+mn-cs"/>
        </a:defRPr>
      </a:lvl1pPr>
      <a:lvl2pPr marL="174125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609" kern="1200">
          <a:solidFill>
            <a:schemeClr val="tx1"/>
          </a:solidFill>
          <a:latin typeface="+mn-lt"/>
          <a:ea typeface="+mn-ea"/>
          <a:cs typeface="+mn-cs"/>
        </a:defRPr>
      </a:lvl2pPr>
      <a:lvl3pPr marL="290208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508" kern="1200">
          <a:solidFill>
            <a:schemeClr val="tx1"/>
          </a:solidFill>
          <a:latin typeface="+mn-lt"/>
          <a:ea typeface="+mn-ea"/>
          <a:cs typeface="+mn-cs"/>
        </a:defRPr>
      </a:lvl3pPr>
      <a:lvl4pPr marL="406291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522374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638457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754540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70623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86706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1pPr>
      <a:lvl2pPr marL="116083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2pPr>
      <a:lvl3pPr marL="232166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3pPr>
      <a:lvl4pPr marL="348249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46433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58041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696498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1258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2866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7E02-1C64-E337-C6E4-2EBD0F11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A6C0786-4367-6430-D180-D12D386B1BCB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1D9419C8-BB72-E58B-C398-CE8E359F874D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316C341E-C01A-7285-1C3A-F666EBE28AAC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0299C835-E619-0E9B-19CF-24FBAE73DDC9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14F4DF1B-C8D8-5256-B230-71FFF4EBBC2D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04696F74-A331-2B37-5140-891CE89AD9A8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02CEC957-440E-84FB-7EB0-44AE3051DD0B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5CE70F7B-CAB9-CEC5-7EC1-DB47F811D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7AB0A86A-BA7D-4AE4-6112-6AB89727FAD0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「学長煎餅」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ABF84064-9FFE-A3EC-898C-56EEEE684D62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7310735D-090A-8E81-988A-CAB629D05BD6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秋田大学オリジナル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pic>
        <p:nvPicPr>
          <p:cNvPr id="16" name="図 15">
            <a:extLst>
              <a:ext uri="{FF2B5EF4-FFF2-40B4-BE49-F238E27FC236}">
                <a16:creationId xmlns:a16="http://schemas.microsoft.com/office/drawing/2014/main" id="{7D24D90A-A1AB-C0C5-52D1-456539EAF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890" y="567691"/>
            <a:ext cx="1162684" cy="116268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B2CBF2D-6963-A18F-E1D9-9B3F72C314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4455" y="550128"/>
            <a:ext cx="1162684" cy="116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64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9A0A6-C627-E1EF-2C33-DA04DC22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A011A14-8162-9C9E-72DA-74130FD97DCF}"/>
              </a:ext>
            </a:extLst>
          </p:cNvPr>
          <p:cNvGrpSpPr/>
          <p:nvPr/>
        </p:nvGrpSpPr>
        <p:grpSpPr>
          <a:xfrm>
            <a:off x="-1" y="-5087"/>
            <a:ext cx="3095625" cy="1949775"/>
            <a:chOff x="-1" y="-5087"/>
            <a:chExt cx="3095625" cy="1949775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60D33596-4E8C-FA2E-94F2-F225C44EF270}"/>
                </a:ext>
              </a:extLst>
            </p:cNvPr>
            <p:cNvSpPr/>
            <p:nvPr/>
          </p:nvSpPr>
          <p:spPr>
            <a:xfrm>
              <a:off x="-1" y="-5087"/>
              <a:ext cx="3095625" cy="194977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5720E82F-A8F7-2F33-47EE-2CB001A1ABD0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39C7CB0D-A617-A539-722C-F7B2B115C35C}"/>
                </a:ext>
              </a:extLst>
            </p:cNvPr>
            <p:cNvSpPr/>
            <p:nvPr/>
          </p:nvSpPr>
          <p:spPr>
            <a:xfrm>
              <a:off x="52384" y="86414"/>
              <a:ext cx="2990852" cy="1165609"/>
            </a:xfrm>
            <a:prstGeom prst="roundRect">
              <a:avLst>
                <a:gd name="adj" fmla="val 14805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DA33354A-9C8E-023E-9E55-D19F0931C7E7}"/>
                </a:ext>
              </a:extLst>
            </p:cNvPr>
            <p:cNvSpPr/>
            <p:nvPr/>
          </p:nvSpPr>
          <p:spPr>
            <a:xfrm>
              <a:off x="234235" y="250086"/>
              <a:ext cx="2627152" cy="843154"/>
            </a:xfrm>
            <a:prstGeom prst="roundRect">
              <a:avLst>
                <a:gd name="adj" fmla="val 13559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本カードを破損・紛失された場合、または使用期限を過ぎた場合は、お品ものを</a:t>
              </a:r>
              <a:endPara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 ご提供できかねますので、あらかじめご了承くださいますようお願いいたします。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41946D8-7389-75F2-4C11-940CF115873C}"/>
                </a:ext>
              </a:extLst>
            </p:cNvPr>
            <p:cNvSpPr/>
            <p:nvPr/>
          </p:nvSpPr>
          <p:spPr>
            <a:xfrm>
              <a:off x="299236" y="559911"/>
              <a:ext cx="564212" cy="211760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PINCODE</a:t>
              </a: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4CDE62F3-3BB3-74A0-99E7-D86D84B26F9B}"/>
                </a:ext>
              </a:extLst>
            </p:cNvPr>
            <p:cNvSpPr/>
            <p:nvPr/>
          </p:nvSpPr>
          <p:spPr>
            <a:xfrm>
              <a:off x="216692" y="1346585"/>
              <a:ext cx="2662238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]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秋田大学総務企画部広報課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電話</a:t>
              </a:r>
              <a:r>
                <a:rPr kumimoji="1" lang="ja-JP" altLang="en-US" sz="6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018-889-3019</a:t>
              </a:r>
              <a:r>
                <a:rPr kumimoji="1" lang="ja-JP" altLang="en-US" sz="6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e-mail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kouhou@jimu.akita-u.ac.jp</a:t>
              </a: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31B99F23-31CE-7A6B-4F83-670E40C768CA}"/>
                </a:ext>
              </a:extLst>
            </p:cNvPr>
            <p:cNvSpPr/>
            <p:nvPr/>
          </p:nvSpPr>
          <p:spPr>
            <a:xfrm>
              <a:off x="264474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307D546E-1FFF-E8A2-17B1-EEC4D1AACAE0}"/>
                </a:ext>
              </a:extLst>
            </p:cNvPr>
            <p:cNvSpPr/>
            <p:nvPr/>
          </p:nvSpPr>
          <p:spPr>
            <a:xfrm>
              <a:off x="187535" y="287429"/>
              <a:ext cx="2720550" cy="164630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［使用期限：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2027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年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月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31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日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59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まで］</a:t>
              </a: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0784653-FBC6-D3E0-BA33-72F3C11EF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649" y="1749035"/>
              <a:ext cx="111515" cy="1115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9486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E4846-B727-FB4E-1662-A935D218C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FA785F8-FDD6-1302-3C5A-C2EAEEE06349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C84F4794-756E-7A4B-A754-9687EB24A6DA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5DEF62-DEAC-3251-E3E8-AC93A3F9107A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4D3EF76D-63FE-3EF3-4BE4-ED03B41E72F3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D14D033D-613D-DE45-A4D4-BE67FFE52290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6B419A98-18D7-4E5C-5791-7AC2A7B4BF77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C74628EC-CB69-3B7C-50BC-9EA8BFEA6617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7E026827-FAEC-5810-A219-6D586A1B47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E8497013-50BC-D898-A462-0F75491C7BFF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「学長煎餅」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1D605CDD-A9CF-4744-E260-4FD0F45983BA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B477CC3F-E768-0A2B-9EF7-8696549CF6BD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秋田大学オリジナル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pic>
        <p:nvPicPr>
          <p:cNvPr id="16" name="図 15">
            <a:extLst>
              <a:ext uri="{FF2B5EF4-FFF2-40B4-BE49-F238E27FC236}">
                <a16:creationId xmlns:a16="http://schemas.microsoft.com/office/drawing/2014/main" id="{392E5ECF-93EA-DBA3-78D8-1B463CECBD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2604" y="567691"/>
            <a:ext cx="1194970" cy="11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183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333DC-77F6-7D0B-B0B5-8F3F3AF7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53DE7323-F5B2-65A1-0E9F-A3E79EA996AB}"/>
              </a:ext>
            </a:extLst>
          </p:cNvPr>
          <p:cNvGrpSpPr/>
          <p:nvPr/>
        </p:nvGrpSpPr>
        <p:grpSpPr>
          <a:xfrm>
            <a:off x="-1" y="-5087"/>
            <a:ext cx="3095625" cy="1949775"/>
            <a:chOff x="-1" y="-5087"/>
            <a:chExt cx="3095625" cy="1949775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646017DC-BEBD-411B-20BB-1ABDD2DA3CDC}"/>
                </a:ext>
              </a:extLst>
            </p:cNvPr>
            <p:cNvSpPr/>
            <p:nvPr/>
          </p:nvSpPr>
          <p:spPr>
            <a:xfrm>
              <a:off x="-1" y="-5087"/>
              <a:ext cx="3095625" cy="194977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53F1FD67-6B6A-7CE6-8188-0226AF6C1401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B3BA4BFA-8DE4-091D-EA53-26A756BA405E}"/>
                </a:ext>
              </a:extLst>
            </p:cNvPr>
            <p:cNvSpPr/>
            <p:nvPr/>
          </p:nvSpPr>
          <p:spPr>
            <a:xfrm>
              <a:off x="52384" y="86414"/>
              <a:ext cx="2990852" cy="1165609"/>
            </a:xfrm>
            <a:prstGeom prst="roundRect">
              <a:avLst>
                <a:gd name="adj" fmla="val 14805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243A2CB9-0DB5-D8CF-6520-F95953BCC229}"/>
                </a:ext>
              </a:extLst>
            </p:cNvPr>
            <p:cNvSpPr/>
            <p:nvPr/>
          </p:nvSpPr>
          <p:spPr>
            <a:xfrm>
              <a:off x="234235" y="250086"/>
              <a:ext cx="2627152" cy="843154"/>
            </a:xfrm>
            <a:prstGeom prst="roundRect">
              <a:avLst>
                <a:gd name="adj" fmla="val 13559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本カードを破損・紛失された場合、または使用期限を過ぎた場合は、お品ものを</a:t>
              </a:r>
              <a:endPara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 ご提供できかねますので、あらかじめご了承くださいますようお願いいたします。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6477A31E-B206-333E-9801-E35DD73F8ACE}"/>
                </a:ext>
              </a:extLst>
            </p:cNvPr>
            <p:cNvSpPr/>
            <p:nvPr/>
          </p:nvSpPr>
          <p:spPr>
            <a:xfrm>
              <a:off x="299236" y="559911"/>
              <a:ext cx="564212" cy="211760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PINCODE</a:t>
              </a: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20DF2F41-D4AA-F702-D5B3-D099B96E64AA}"/>
                </a:ext>
              </a:extLst>
            </p:cNvPr>
            <p:cNvSpPr/>
            <p:nvPr/>
          </p:nvSpPr>
          <p:spPr>
            <a:xfrm>
              <a:off x="216692" y="1346585"/>
              <a:ext cx="2662238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]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秋田大学総務企画部広報課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電話</a:t>
              </a:r>
              <a:r>
                <a:rPr kumimoji="1" lang="ja-JP" altLang="en-US" sz="6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018-889-3019</a:t>
              </a:r>
              <a:r>
                <a:rPr kumimoji="1" lang="ja-JP" altLang="en-US" sz="6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e-mail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kouhou@jimu.akita-u.ac.jp</a:t>
              </a: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DDF12019-001E-514A-ED06-0565A3E88E52}"/>
                </a:ext>
              </a:extLst>
            </p:cNvPr>
            <p:cNvSpPr/>
            <p:nvPr/>
          </p:nvSpPr>
          <p:spPr>
            <a:xfrm>
              <a:off x="264474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1618E7F4-0D3F-1AD1-DEB3-BA650C2B0D6B}"/>
                </a:ext>
              </a:extLst>
            </p:cNvPr>
            <p:cNvSpPr/>
            <p:nvPr/>
          </p:nvSpPr>
          <p:spPr>
            <a:xfrm>
              <a:off x="187535" y="287429"/>
              <a:ext cx="2720550" cy="164630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［使用期限：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2027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年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月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31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日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59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まで］</a:t>
              </a: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7B381C51-5909-1ECB-008F-33CE32BE7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649" y="1749035"/>
              <a:ext cx="111515" cy="111515"/>
            </a:xfrm>
            <a:prstGeom prst="rect">
              <a:avLst/>
            </a:prstGeom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1BFBA15-2127-2C88-288A-2372E9697D0C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2493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22F09-821C-2C3B-0E4F-1B630732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以下参考</a:t>
            </a:r>
            <a:br>
              <a:rPr kumimoji="1" lang="en-US" altLang="ja-JP" dirty="0"/>
            </a:b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A49D1D-AFF0-7CD0-88E7-8E572A6A7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8954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5DED-CAFD-3E98-07AB-448B2440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DB7CA2F-1E3D-07DC-48B5-6FDB8A46CF35}"/>
              </a:ext>
            </a:extLst>
          </p:cNvPr>
          <p:cNvGrpSpPr/>
          <p:nvPr/>
        </p:nvGrpSpPr>
        <p:grpSpPr>
          <a:xfrm>
            <a:off x="-1" y="-5087"/>
            <a:ext cx="3095625" cy="1949775"/>
            <a:chOff x="-1" y="-5087"/>
            <a:chExt cx="3095625" cy="1949775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22EDC73F-1956-395D-55F3-2AA471C22835}"/>
                </a:ext>
              </a:extLst>
            </p:cNvPr>
            <p:cNvSpPr/>
            <p:nvPr/>
          </p:nvSpPr>
          <p:spPr>
            <a:xfrm>
              <a:off x="-1" y="-5087"/>
              <a:ext cx="3095625" cy="194977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4AF81FA0-9EF1-F3E5-8CFE-68209C71F9F5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A163BE45-48CE-105B-903F-D6923EA3AC7F}"/>
                </a:ext>
              </a:extLst>
            </p:cNvPr>
            <p:cNvSpPr/>
            <p:nvPr/>
          </p:nvSpPr>
          <p:spPr>
            <a:xfrm>
              <a:off x="52384" y="86414"/>
              <a:ext cx="2990852" cy="1165609"/>
            </a:xfrm>
            <a:prstGeom prst="roundRect">
              <a:avLst>
                <a:gd name="adj" fmla="val 14805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C4C601C7-22A4-EC5B-C791-20C5366C1341}"/>
                </a:ext>
              </a:extLst>
            </p:cNvPr>
            <p:cNvSpPr/>
            <p:nvPr/>
          </p:nvSpPr>
          <p:spPr>
            <a:xfrm>
              <a:off x="234235" y="250086"/>
              <a:ext cx="2627152" cy="843154"/>
            </a:xfrm>
            <a:prstGeom prst="roundRect">
              <a:avLst>
                <a:gd name="adj" fmla="val 13559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本カードを破損・紛失された場合、または使用期限を過ぎた場合は、お品ものを</a:t>
              </a:r>
              <a:endPara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 ご提供できかねますので、あらかじめご了承くださいますようお願いいたします。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66BDA754-8E4B-C983-C8B8-FB4DF5267F46}"/>
                </a:ext>
              </a:extLst>
            </p:cNvPr>
            <p:cNvSpPr/>
            <p:nvPr/>
          </p:nvSpPr>
          <p:spPr>
            <a:xfrm>
              <a:off x="299236" y="559911"/>
              <a:ext cx="564212" cy="211760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PINCODE</a:t>
              </a: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5D1182F7-303E-2D75-32F3-E4AA5BB7ACCF}"/>
                </a:ext>
              </a:extLst>
            </p:cNvPr>
            <p:cNvSpPr/>
            <p:nvPr/>
          </p:nvSpPr>
          <p:spPr>
            <a:xfrm>
              <a:off x="216692" y="1346585"/>
              <a:ext cx="2662238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]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秋田大学総務企画部広報課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電話：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018-889-3266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e-mail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kikin@jimu.akita-u.ac.jp</a:t>
              </a: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9F47755B-7939-1D7F-B1DE-9EB07E6A7B1F}"/>
                </a:ext>
              </a:extLst>
            </p:cNvPr>
            <p:cNvSpPr/>
            <p:nvPr/>
          </p:nvSpPr>
          <p:spPr>
            <a:xfrm>
              <a:off x="264474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31545E15-01E3-2BA2-128E-1410CA07FD7B}"/>
                </a:ext>
              </a:extLst>
            </p:cNvPr>
            <p:cNvSpPr/>
            <p:nvPr/>
          </p:nvSpPr>
          <p:spPr>
            <a:xfrm>
              <a:off x="187535" y="287429"/>
              <a:ext cx="2720550" cy="164630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［使用期限：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2027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年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月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31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日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59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まで］</a:t>
              </a: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C6E09740-961F-C902-DB45-733296A0B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649" y="1749035"/>
              <a:ext cx="111515" cy="111515"/>
            </a:xfrm>
            <a:prstGeom prst="rect">
              <a:avLst/>
            </a:prstGeom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5BA38E7-7806-1159-D4FB-7F416752B74D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9832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1229</TotalTime>
  <Words>306</Words>
  <Application>Microsoft Macintosh PowerPoint</Application>
  <PresentationFormat>ユーザー設定</PresentationFormat>
  <Paragraphs>33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UD デジタル 教科書体 NP-R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以下参考 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伊藤　悠大</dc:creator>
  <cp:lastModifiedBy>yudaiito</cp:lastModifiedBy>
  <cp:revision>131</cp:revision>
  <cp:lastPrinted>2026-03-24T04:53:58Z</cp:lastPrinted>
  <dcterms:created xsi:type="dcterms:W3CDTF">2026-01-29T04:40:41Z</dcterms:created>
  <dcterms:modified xsi:type="dcterms:W3CDTF">2026-04-06T05:38:16Z</dcterms:modified>
</cp:coreProperties>
</file>