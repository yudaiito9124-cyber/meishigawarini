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3"/>
  </p:notesMasterIdLst>
  <p:sldIdLst>
    <p:sldId id="299" r:id="rId2"/>
    <p:sldId id="300" r:id="rId3"/>
    <p:sldId id="301" r:id="rId4"/>
    <p:sldId id="297" r:id="rId5"/>
    <p:sldId id="293" r:id="rId6"/>
    <p:sldId id="294" r:id="rId7"/>
    <p:sldId id="298" r:id="rId8"/>
    <p:sldId id="283" r:id="rId9"/>
    <p:sldId id="292" r:id="rId10"/>
    <p:sldId id="295" r:id="rId11"/>
    <p:sldId id="296" r:id="rId12"/>
  </p:sldIdLst>
  <p:sldSz cx="3276600" cy="1979613"/>
  <p:notesSz cx="1524000" cy="2819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3" userDrawn="1">
          <p15:clr>
            <a:srgbClr val="A4A3A4"/>
          </p15:clr>
        </p15:guide>
        <p15:guide id="2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6217"/>
    <a:srgbClr val="ED7E4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 autoAdjust="0"/>
    <p:restoredTop sz="94558"/>
  </p:normalViewPr>
  <p:slideViewPr>
    <p:cSldViewPr snapToGrid="0">
      <p:cViewPr varScale="1">
        <p:scale>
          <a:sx n="400" d="100"/>
          <a:sy n="400" d="100"/>
        </p:scale>
        <p:origin x="1440" y="280"/>
      </p:cViewPr>
      <p:guideLst>
        <p:guide orient="horz" pos="623"/>
        <p:guide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/>
          <a:lstStyle>
            <a:lvl1pPr algn="l">
              <a:defRPr sz="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863179" y="1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/>
          <a:lstStyle>
            <a:lvl1pPr algn="r">
              <a:defRPr sz="300"/>
            </a:lvl1pPr>
          </a:lstStyle>
          <a:p>
            <a:fld id="{DFB49DE1-FB4B-4CFB-9A42-CC282F575BDD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25400" y="352425"/>
            <a:ext cx="1574800" cy="95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3484" tIns="11742" rIns="23484" bIns="1174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52471" y="1356976"/>
            <a:ext cx="1219059" cy="1109888"/>
          </a:xfrm>
          <a:prstGeom prst="rect">
            <a:avLst/>
          </a:prstGeom>
        </p:spPr>
        <p:txBody>
          <a:bodyPr vert="horz" lIns="23484" tIns="11742" rIns="23484" bIns="1174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2678208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 anchor="b"/>
          <a:lstStyle>
            <a:lvl1pPr algn="l">
              <a:defRPr sz="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863179" y="2678208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 anchor="b"/>
          <a:lstStyle>
            <a:lvl1pPr algn="r">
              <a:defRPr sz="3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1pPr>
    <a:lvl2pPr marL="126105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2pPr>
    <a:lvl3pPr marL="25221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3pPr>
    <a:lvl4pPr marL="378315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4pPr>
    <a:lvl5pPr marL="50442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5pPr>
    <a:lvl6pPr marL="630526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6pPr>
    <a:lvl7pPr marL="75663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7pPr>
    <a:lvl8pPr marL="882736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8pPr>
    <a:lvl9pPr marL="100884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F3F1-1D7C-9F4F-D29A-053D5EFF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CA535E-9089-3188-6507-A25CE3FAD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C4871F3-1016-4884-B30C-42EC04C64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0EA50D-C4AD-6458-90AC-0258B8738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914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53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21500-32A8-6818-7B22-235338E7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F05580-F612-BF04-36E6-FA60C83EF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FEEECA4-9A1E-2342-AE49-0B8F77F5F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C4C6CE-7F2A-0447-001E-FE0AF736E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017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3D65-4864-6D71-A4F1-B535EB41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91102F8-0101-2A13-E0C8-FF6C18471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27D793-D090-97AA-939A-F62319E6B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83762D-89E9-72FF-12B7-BBDA87F05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6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247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0DAB-688C-094A-0691-04ACA348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FADC6EE-21F7-5119-D9A2-7061E812D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5D6138-3108-7EF5-43A9-C8F89E225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BB3B28-D632-2A78-A1C3-DD9CED2C4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1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9575" y="323978"/>
            <a:ext cx="2457450" cy="689199"/>
          </a:xfrm>
        </p:spPr>
        <p:txBody>
          <a:bodyPr anchor="b"/>
          <a:lstStyle>
            <a:lvl1pPr algn="ctr">
              <a:defRPr sz="161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9575" y="1039755"/>
            <a:ext cx="2457450" cy="477948"/>
          </a:xfrm>
        </p:spPr>
        <p:txBody>
          <a:bodyPr/>
          <a:lstStyle>
            <a:lvl1pPr marL="0" indent="0" algn="ctr">
              <a:buNone/>
              <a:defRPr sz="645"/>
            </a:lvl1pPr>
            <a:lvl2pPr marL="122895" indent="0" algn="ctr">
              <a:buNone/>
              <a:defRPr sz="538"/>
            </a:lvl2pPr>
            <a:lvl3pPr marL="245791" indent="0" algn="ctr">
              <a:buNone/>
              <a:defRPr sz="484"/>
            </a:lvl3pPr>
            <a:lvl4pPr marL="368686" indent="0" algn="ctr">
              <a:buNone/>
              <a:defRPr sz="430"/>
            </a:lvl4pPr>
            <a:lvl5pPr marL="491581" indent="0" algn="ctr">
              <a:buNone/>
              <a:defRPr sz="430"/>
            </a:lvl5pPr>
            <a:lvl6pPr marL="614477" indent="0" algn="ctr">
              <a:buNone/>
              <a:defRPr sz="430"/>
            </a:lvl6pPr>
            <a:lvl7pPr marL="737372" indent="0" algn="ctr">
              <a:buNone/>
              <a:defRPr sz="430"/>
            </a:lvl7pPr>
            <a:lvl8pPr marL="860268" indent="0" algn="ctr">
              <a:buNone/>
              <a:defRPr sz="430"/>
            </a:lvl8pPr>
            <a:lvl9pPr marL="983163" indent="0" algn="ctr">
              <a:buNone/>
              <a:defRPr sz="43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2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427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59" y="493529"/>
            <a:ext cx="2826068" cy="823464"/>
          </a:xfrm>
        </p:spPr>
        <p:txBody>
          <a:bodyPr anchor="b"/>
          <a:lstStyle>
            <a:lvl1pPr>
              <a:defRPr sz="161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59" y="1324783"/>
            <a:ext cx="2826068" cy="433040"/>
          </a:xfrm>
        </p:spPr>
        <p:txBody>
          <a:bodyPr/>
          <a:lstStyle>
            <a:lvl1pPr marL="0" indent="0">
              <a:buNone/>
              <a:defRPr sz="645">
                <a:solidFill>
                  <a:schemeClr val="tx1">
                    <a:tint val="82000"/>
                  </a:schemeClr>
                </a:solidFill>
              </a:defRPr>
            </a:lvl1pPr>
            <a:lvl2pPr marL="122895" indent="0">
              <a:buNone/>
              <a:defRPr sz="538">
                <a:solidFill>
                  <a:schemeClr val="tx1">
                    <a:tint val="82000"/>
                  </a:schemeClr>
                </a:solidFill>
              </a:defRPr>
            </a:lvl2pPr>
            <a:lvl3pPr marL="245791" indent="0">
              <a:buNone/>
              <a:defRPr sz="484">
                <a:solidFill>
                  <a:schemeClr val="tx1">
                    <a:tint val="82000"/>
                  </a:schemeClr>
                </a:solidFill>
              </a:defRPr>
            </a:lvl3pPr>
            <a:lvl4pPr marL="368686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4pPr>
            <a:lvl5pPr marL="491581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5pPr>
            <a:lvl6pPr marL="614477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6pPr>
            <a:lvl7pPr marL="737372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7pPr>
            <a:lvl8pPr marL="860268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8pPr>
            <a:lvl9pPr marL="983163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802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266" y="526980"/>
            <a:ext cx="1392555" cy="12560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8779" y="526980"/>
            <a:ext cx="1392555" cy="12560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58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93" y="105396"/>
            <a:ext cx="2826068" cy="3826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693" y="485280"/>
            <a:ext cx="1386155" cy="237828"/>
          </a:xfrm>
        </p:spPr>
        <p:txBody>
          <a:bodyPr anchor="b"/>
          <a:lstStyle>
            <a:lvl1pPr marL="0" indent="0">
              <a:buNone/>
              <a:defRPr sz="645" b="1"/>
            </a:lvl1pPr>
            <a:lvl2pPr marL="122895" indent="0">
              <a:buNone/>
              <a:defRPr sz="538" b="1"/>
            </a:lvl2pPr>
            <a:lvl3pPr marL="245791" indent="0">
              <a:buNone/>
              <a:defRPr sz="484" b="1"/>
            </a:lvl3pPr>
            <a:lvl4pPr marL="368686" indent="0">
              <a:buNone/>
              <a:defRPr sz="430" b="1"/>
            </a:lvl4pPr>
            <a:lvl5pPr marL="491581" indent="0">
              <a:buNone/>
              <a:defRPr sz="430" b="1"/>
            </a:lvl5pPr>
            <a:lvl6pPr marL="614477" indent="0">
              <a:buNone/>
              <a:defRPr sz="430" b="1"/>
            </a:lvl6pPr>
            <a:lvl7pPr marL="737372" indent="0">
              <a:buNone/>
              <a:defRPr sz="430" b="1"/>
            </a:lvl7pPr>
            <a:lvl8pPr marL="860268" indent="0">
              <a:buNone/>
              <a:defRPr sz="430" b="1"/>
            </a:lvl8pPr>
            <a:lvl9pPr marL="983163" indent="0">
              <a:buNone/>
              <a:defRPr sz="4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5693" y="723109"/>
            <a:ext cx="1386155" cy="10635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58779" y="485280"/>
            <a:ext cx="1392982" cy="237828"/>
          </a:xfrm>
        </p:spPr>
        <p:txBody>
          <a:bodyPr anchor="b"/>
          <a:lstStyle>
            <a:lvl1pPr marL="0" indent="0">
              <a:buNone/>
              <a:defRPr sz="645" b="1"/>
            </a:lvl1pPr>
            <a:lvl2pPr marL="122895" indent="0">
              <a:buNone/>
              <a:defRPr sz="538" b="1"/>
            </a:lvl2pPr>
            <a:lvl3pPr marL="245791" indent="0">
              <a:buNone/>
              <a:defRPr sz="484" b="1"/>
            </a:lvl3pPr>
            <a:lvl4pPr marL="368686" indent="0">
              <a:buNone/>
              <a:defRPr sz="430" b="1"/>
            </a:lvl4pPr>
            <a:lvl5pPr marL="491581" indent="0">
              <a:buNone/>
              <a:defRPr sz="430" b="1"/>
            </a:lvl5pPr>
            <a:lvl6pPr marL="614477" indent="0">
              <a:buNone/>
              <a:defRPr sz="430" b="1"/>
            </a:lvl6pPr>
            <a:lvl7pPr marL="737372" indent="0">
              <a:buNone/>
              <a:defRPr sz="430" b="1"/>
            </a:lvl7pPr>
            <a:lvl8pPr marL="860268" indent="0">
              <a:buNone/>
              <a:defRPr sz="430" b="1"/>
            </a:lvl8pPr>
            <a:lvl9pPr marL="983163" indent="0">
              <a:buNone/>
              <a:defRPr sz="4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58779" y="723109"/>
            <a:ext cx="1392982" cy="10635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23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51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91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93" y="131974"/>
            <a:ext cx="1056789" cy="461910"/>
          </a:xfrm>
        </p:spPr>
        <p:txBody>
          <a:bodyPr anchor="b"/>
          <a:lstStyle>
            <a:lvl1pPr>
              <a:defRPr sz="8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2982" y="285028"/>
            <a:ext cx="1658779" cy="1406808"/>
          </a:xfrm>
        </p:spPr>
        <p:txBody>
          <a:bodyPr/>
          <a:lstStyle>
            <a:lvl1pPr>
              <a:defRPr sz="860"/>
            </a:lvl1pPr>
            <a:lvl2pPr>
              <a:defRPr sz="753"/>
            </a:lvl2pPr>
            <a:lvl3pPr>
              <a:defRPr sz="645"/>
            </a:lvl3pPr>
            <a:lvl4pPr>
              <a:defRPr sz="538"/>
            </a:lvl4pPr>
            <a:lvl5pPr>
              <a:defRPr sz="538"/>
            </a:lvl5pPr>
            <a:lvl6pPr>
              <a:defRPr sz="538"/>
            </a:lvl6pPr>
            <a:lvl7pPr>
              <a:defRPr sz="538"/>
            </a:lvl7pPr>
            <a:lvl8pPr>
              <a:defRPr sz="538"/>
            </a:lvl8pPr>
            <a:lvl9pPr>
              <a:defRPr sz="53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93" y="593884"/>
            <a:ext cx="1056789" cy="1100243"/>
          </a:xfrm>
        </p:spPr>
        <p:txBody>
          <a:bodyPr/>
          <a:lstStyle>
            <a:lvl1pPr marL="0" indent="0">
              <a:buNone/>
              <a:defRPr sz="430"/>
            </a:lvl1pPr>
            <a:lvl2pPr marL="122895" indent="0">
              <a:buNone/>
              <a:defRPr sz="376"/>
            </a:lvl2pPr>
            <a:lvl3pPr marL="245791" indent="0">
              <a:buNone/>
              <a:defRPr sz="323"/>
            </a:lvl3pPr>
            <a:lvl4pPr marL="368686" indent="0">
              <a:buNone/>
              <a:defRPr sz="269"/>
            </a:lvl4pPr>
            <a:lvl5pPr marL="491581" indent="0">
              <a:buNone/>
              <a:defRPr sz="269"/>
            </a:lvl5pPr>
            <a:lvl6pPr marL="614477" indent="0">
              <a:buNone/>
              <a:defRPr sz="269"/>
            </a:lvl6pPr>
            <a:lvl7pPr marL="737372" indent="0">
              <a:buNone/>
              <a:defRPr sz="269"/>
            </a:lvl7pPr>
            <a:lvl8pPr marL="860268" indent="0">
              <a:buNone/>
              <a:defRPr sz="269"/>
            </a:lvl8pPr>
            <a:lvl9pPr marL="983163" indent="0">
              <a:buNone/>
              <a:defRPr sz="2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80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93" y="131974"/>
            <a:ext cx="1056789" cy="461910"/>
          </a:xfrm>
        </p:spPr>
        <p:txBody>
          <a:bodyPr anchor="b"/>
          <a:lstStyle>
            <a:lvl1pPr>
              <a:defRPr sz="8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2982" y="285028"/>
            <a:ext cx="1658779" cy="1406808"/>
          </a:xfrm>
        </p:spPr>
        <p:txBody>
          <a:bodyPr anchor="t"/>
          <a:lstStyle>
            <a:lvl1pPr marL="0" indent="0">
              <a:buNone/>
              <a:defRPr sz="860"/>
            </a:lvl1pPr>
            <a:lvl2pPr marL="122895" indent="0">
              <a:buNone/>
              <a:defRPr sz="753"/>
            </a:lvl2pPr>
            <a:lvl3pPr marL="245791" indent="0">
              <a:buNone/>
              <a:defRPr sz="645"/>
            </a:lvl3pPr>
            <a:lvl4pPr marL="368686" indent="0">
              <a:buNone/>
              <a:defRPr sz="538"/>
            </a:lvl4pPr>
            <a:lvl5pPr marL="491581" indent="0">
              <a:buNone/>
              <a:defRPr sz="538"/>
            </a:lvl5pPr>
            <a:lvl6pPr marL="614477" indent="0">
              <a:buNone/>
              <a:defRPr sz="538"/>
            </a:lvl6pPr>
            <a:lvl7pPr marL="737372" indent="0">
              <a:buNone/>
              <a:defRPr sz="538"/>
            </a:lvl7pPr>
            <a:lvl8pPr marL="860268" indent="0">
              <a:buNone/>
              <a:defRPr sz="538"/>
            </a:lvl8pPr>
            <a:lvl9pPr marL="983163" indent="0">
              <a:buNone/>
              <a:defRPr sz="53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93" y="593884"/>
            <a:ext cx="1056789" cy="1100243"/>
          </a:xfrm>
        </p:spPr>
        <p:txBody>
          <a:bodyPr/>
          <a:lstStyle>
            <a:lvl1pPr marL="0" indent="0">
              <a:buNone/>
              <a:defRPr sz="430"/>
            </a:lvl1pPr>
            <a:lvl2pPr marL="122895" indent="0">
              <a:buNone/>
              <a:defRPr sz="376"/>
            </a:lvl2pPr>
            <a:lvl3pPr marL="245791" indent="0">
              <a:buNone/>
              <a:defRPr sz="323"/>
            </a:lvl3pPr>
            <a:lvl4pPr marL="368686" indent="0">
              <a:buNone/>
              <a:defRPr sz="269"/>
            </a:lvl4pPr>
            <a:lvl5pPr marL="491581" indent="0">
              <a:buNone/>
              <a:defRPr sz="269"/>
            </a:lvl5pPr>
            <a:lvl6pPr marL="614477" indent="0">
              <a:buNone/>
              <a:defRPr sz="269"/>
            </a:lvl6pPr>
            <a:lvl7pPr marL="737372" indent="0">
              <a:buNone/>
              <a:defRPr sz="269"/>
            </a:lvl7pPr>
            <a:lvl8pPr marL="860268" indent="0">
              <a:buNone/>
              <a:defRPr sz="269"/>
            </a:lvl8pPr>
            <a:lvl9pPr marL="983163" indent="0">
              <a:buNone/>
              <a:defRPr sz="2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76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4817" y="105396"/>
            <a:ext cx="706517" cy="167763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266" y="105396"/>
            <a:ext cx="2078593" cy="167763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47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266" y="105396"/>
            <a:ext cx="2826068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66" y="526980"/>
            <a:ext cx="2826068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5266" y="1834808"/>
            <a:ext cx="737235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5374" y="1834808"/>
            <a:ext cx="1105853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4099" y="1834808"/>
            <a:ext cx="737235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9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5791" rtl="0" eaLnBrk="1" latinLnBrk="0" hangingPunct="1">
        <a:lnSpc>
          <a:spcPct val="90000"/>
        </a:lnSpc>
        <a:spcBef>
          <a:spcPct val="0"/>
        </a:spcBef>
        <a:buNone/>
        <a:defRPr kumimoji="1" sz="1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448" indent="-61448" algn="l" defTabSz="245791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kumimoji="1" sz="753" kern="1200">
          <a:solidFill>
            <a:schemeClr val="tx1"/>
          </a:solidFill>
          <a:latin typeface="+mn-lt"/>
          <a:ea typeface="+mn-ea"/>
          <a:cs typeface="+mn-cs"/>
        </a:defRPr>
      </a:lvl1pPr>
      <a:lvl2pPr marL="184343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645" kern="1200">
          <a:solidFill>
            <a:schemeClr val="tx1"/>
          </a:solidFill>
          <a:latin typeface="+mn-lt"/>
          <a:ea typeface="+mn-ea"/>
          <a:cs typeface="+mn-cs"/>
        </a:defRPr>
      </a:lvl2pPr>
      <a:lvl3pPr marL="307238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538" kern="1200">
          <a:solidFill>
            <a:schemeClr val="tx1"/>
          </a:solidFill>
          <a:latin typeface="+mn-lt"/>
          <a:ea typeface="+mn-ea"/>
          <a:cs typeface="+mn-cs"/>
        </a:defRPr>
      </a:lvl3pPr>
      <a:lvl4pPr marL="430134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4pPr>
      <a:lvl5pPr marL="553029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5pPr>
      <a:lvl6pPr marL="675924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6pPr>
      <a:lvl7pPr marL="798820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7pPr>
      <a:lvl8pPr marL="921715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8pPr>
      <a:lvl9pPr marL="1044611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1pPr>
      <a:lvl2pPr marL="122895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2pPr>
      <a:lvl3pPr marL="245791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3pPr>
      <a:lvl4pPr marL="368686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4pPr>
      <a:lvl5pPr marL="491581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5pPr>
      <a:lvl6pPr marL="614477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6pPr>
      <a:lvl7pPr marL="737372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7pPr>
      <a:lvl8pPr marL="860268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8pPr>
      <a:lvl9pPr marL="983163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8.jpeg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8.jpeg"/><Relationship Id="rId9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8843-0B74-6B77-BA77-ACA4DB46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QR コ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F39F7F8-D261-C30B-0FDB-DBCBA00C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61"/>
          <a:stretch>
            <a:fillRect/>
          </a:stretch>
        </p:blipFill>
        <p:spPr>
          <a:xfrm>
            <a:off x="810277" y="119952"/>
            <a:ext cx="1656045" cy="1489431"/>
          </a:xfrm>
          <a:prstGeom prst="rect">
            <a:avLst/>
          </a:prstGeom>
        </p:spPr>
      </p:pic>
      <p:pic>
        <p:nvPicPr>
          <p:cNvPr id="12" name="図 11" descr="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7CB8F75-40FB-E3A2-7031-2815001BA5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15" t="60684" r="29923" b="22971"/>
          <a:stretch>
            <a:fillRect/>
          </a:stretch>
        </p:blipFill>
        <p:spPr>
          <a:xfrm>
            <a:off x="932855" y="1524608"/>
            <a:ext cx="1410887" cy="33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1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5C569-A84B-210B-D8E4-0C5F1FFB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D3D4D36-BE52-0A7B-26FD-9EF43A650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" t="20380" r="109" b="4901"/>
          <a:stretch>
            <a:fillRect/>
          </a:stretch>
        </p:blipFill>
        <p:spPr bwMode="auto">
          <a:xfrm>
            <a:off x="-157209" y="265636"/>
            <a:ext cx="3591017" cy="1489846"/>
          </a:xfrm>
          <a:prstGeom prst="rect">
            <a:avLst/>
          </a:prstGeom>
          <a:noFill/>
          <a:effectLst>
            <a:softEdge rad="95668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F4C3A7F-F5FA-1400-8801-2D40B1F7B397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1B995C1-1F14-341E-DD1F-587C537EB0E0}"/>
              </a:ext>
            </a:extLst>
          </p:cNvPr>
          <p:cNvSpPr/>
          <p:nvPr/>
        </p:nvSpPr>
        <p:spPr>
          <a:xfrm>
            <a:off x="652147" y="1346217"/>
            <a:ext cx="1972305" cy="244398"/>
          </a:xfrm>
          <a:prstGeom prst="roundRect">
            <a:avLst>
              <a:gd name="adj" fmla="val 50000"/>
            </a:avLst>
          </a:prstGeom>
          <a:solidFill>
            <a:srgbClr val="FFFFFF">
              <a:alpha val="89804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AU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米菓匠鼎庵本店　</a:t>
            </a:r>
            <a:r>
              <a:rPr kumimoji="1" lang="en-AU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TEL.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018-853-6766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F19A8C5-FD52-AFC4-F6AC-DD2C3DC0BDEA}"/>
              </a:ext>
            </a:extLst>
          </p:cNvPr>
          <p:cNvSpPr/>
          <p:nvPr/>
        </p:nvSpPr>
        <p:spPr>
          <a:xfrm>
            <a:off x="248467" y="1733589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76C365-5DFC-061C-6C53-863D17184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55" y="1738472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C115758-B4E6-85D6-7D75-18638EF41B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160" y="1713470"/>
            <a:ext cx="183585" cy="183585"/>
          </a:xfrm>
          <a:prstGeom prst="rect">
            <a:avLst/>
          </a:prstGeom>
        </p:spPr>
      </p:pic>
      <p:sp>
        <p:nvSpPr>
          <p:cNvPr id="12" name="四角形: 角を丸くする 15">
            <a:extLst>
              <a:ext uri="{FF2B5EF4-FFF2-40B4-BE49-F238E27FC236}">
                <a16:creationId xmlns:a16="http://schemas.microsoft.com/office/drawing/2014/main" id="{11DD4E1E-023F-E697-D49D-53A977219CDC}"/>
              </a:ext>
            </a:extLst>
          </p:cNvPr>
          <p:cNvSpPr/>
          <p:nvPr/>
        </p:nvSpPr>
        <p:spPr>
          <a:xfrm>
            <a:off x="202619" y="433134"/>
            <a:ext cx="2871362" cy="875713"/>
          </a:xfrm>
          <a:prstGeom prst="roundRect">
            <a:avLst>
              <a:gd name="adj" fmla="val 9120"/>
            </a:avLst>
          </a:prstGeom>
          <a:solidFill>
            <a:schemeClr val="bg1">
              <a:alpha val="89804"/>
            </a:scheme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509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3" name="四角形: 角を丸くする 4">
            <a:extLst>
              <a:ext uri="{FF2B5EF4-FFF2-40B4-BE49-F238E27FC236}">
                <a16:creationId xmlns:a16="http://schemas.microsoft.com/office/drawing/2014/main" id="{FFCBE699-E6D0-AAA1-1DE9-4BF81660D765}"/>
              </a:ext>
            </a:extLst>
          </p:cNvPr>
          <p:cNvSpPr/>
          <p:nvPr/>
        </p:nvSpPr>
        <p:spPr>
          <a:xfrm>
            <a:off x="347523" y="711900"/>
            <a:ext cx="501019" cy="21556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14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14" name="四角形: 角を丸くする 24">
            <a:extLst>
              <a:ext uri="{FF2B5EF4-FFF2-40B4-BE49-F238E27FC236}">
                <a16:creationId xmlns:a16="http://schemas.microsoft.com/office/drawing/2014/main" id="{CDBA8C08-6E43-0FBE-2886-5D626938744A}"/>
              </a:ext>
            </a:extLst>
          </p:cNvPr>
          <p:cNvSpPr/>
          <p:nvPr/>
        </p:nvSpPr>
        <p:spPr>
          <a:xfrm>
            <a:off x="253023" y="461146"/>
            <a:ext cx="2042423" cy="167587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2027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31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17" name="四角形: 角を丸くする 1">
            <a:extLst>
              <a:ext uri="{FF2B5EF4-FFF2-40B4-BE49-F238E27FC236}">
                <a16:creationId xmlns:a16="http://schemas.microsoft.com/office/drawing/2014/main" id="{C01866DA-AECA-94B4-7BD7-E904377B8D9D}"/>
              </a:ext>
            </a:extLst>
          </p:cNvPr>
          <p:cNvSpPr/>
          <p:nvPr/>
        </p:nvSpPr>
        <p:spPr>
          <a:xfrm>
            <a:off x="883602" y="704126"/>
            <a:ext cx="1299671" cy="21887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814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2" name="四角形: 角を丸くする 1">
            <a:extLst>
              <a:ext uri="{FF2B5EF4-FFF2-40B4-BE49-F238E27FC236}">
                <a16:creationId xmlns:a16="http://schemas.microsoft.com/office/drawing/2014/main" id="{E271A4EE-B76F-4494-AEE9-9C2EA921C0FB}"/>
              </a:ext>
            </a:extLst>
          </p:cNvPr>
          <p:cNvSpPr/>
          <p:nvPr/>
        </p:nvSpPr>
        <p:spPr>
          <a:xfrm>
            <a:off x="883599" y="695877"/>
            <a:ext cx="1299671" cy="21887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911" dirty="0">
                <a:solidFill>
                  <a:schemeClr val="tx1"/>
                </a:solidFill>
                <a:latin typeface="Arial" panose="020B0604020202020204" pitchFamily="34" charset="0"/>
                <a:ea typeface="UD デジタル 教科書体 NP-R" panose="02020400000000000000" pitchFamily="18" charset="-128"/>
                <a:cs typeface="Arial" panose="020B0604020202020204" pitchFamily="34" charset="0"/>
              </a:rPr>
              <a:t>12345678</a:t>
            </a:r>
            <a:endParaRPr kumimoji="1" lang="ja-JP" altLang="en-US" sz="814" dirty="0">
              <a:solidFill>
                <a:schemeClr val="tx1"/>
              </a:solidFill>
              <a:latin typeface="Arial" panose="020B0604020202020204" pitchFamily="34" charset="0"/>
              <a:ea typeface="UD デジタル 教科書体 NP-R" panose="02020400000000000000" pitchFamily="18" charset="-128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FEDF383-4D72-6F8B-77F1-6559C5CA353D}"/>
              </a:ext>
            </a:extLst>
          </p:cNvPr>
          <p:cNvGrpSpPr/>
          <p:nvPr/>
        </p:nvGrpSpPr>
        <p:grpSpPr>
          <a:xfrm>
            <a:off x="2022174" y="440006"/>
            <a:ext cx="1049363" cy="861807"/>
            <a:chOff x="2017046" y="372980"/>
            <a:chExt cx="1049363" cy="86180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">
                <a:schemeClr val="bg1"/>
              </a:gs>
              <a:gs pos="76000">
                <a:schemeClr val="bg1"/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20168070-C4EA-8BD3-05DB-2D28C61143FD}"/>
                </a:ext>
              </a:extLst>
            </p:cNvPr>
            <p:cNvSpPr/>
            <p:nvPr/>
          </p:nvSpPr>
          <p:spPr>
            <a:xfrm>
              <a:off x="2017046" y="372980"/>
              <a:ext cx="1049363" cy="861807"/>
            </a:xfrm>
            <a:prstGeom prst="roundRect">
              <a:avLst>
                <a:gd name="adj" fmla="val 931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9000">
                  <a:schemeClr val="bg1"/>
                </a:gs>
                <a:gs pos="7600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ln w="63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2F7612E-ECDE-D5E9-A0A5-905F0ACAA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247986" y="404173"/>
              <a:ext cx="777734" cy="795999"/>
            </a:xfrm>
            <a:prstGeom prst="rect">
              <a:avLst/>
            </a:prstGeom>
            <a:grpFill/>
            <a:ln w="38100">
              <a:noFill/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0385A46-2623-34E5-9518-4C8E5A978BF6}"/>
              </a:ext>
            </a:extLst>
          </p:cNvPr>
          <p:cNvSpPr/>
          <p:nvPr/>
        </p:nvSpPr>
        <p:spPr>
          <a:xfrm>
            <a:off x="91779" y="142765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お品物の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受け取りは</a:t>
            </a:r>
            <a:r>
              <a:rPr kumimoji="1" lang="en-US" altLang="ja-JP" sz="916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  <p:sp>
        <p:nvSpPr>
          <p:cNvPr id="36" name="四角形: 角を丸くする 15">
            <a:extLst>
              <a:ext uri="{FF2B5EF4-FFF2-40B4-BE49-F238E27FC236}">
                <a16:creationId xmlns:a16="http://schemas.microsoft.com/office/drawing/2014/main" id="{825FDCF7-3736-D6FC-56E8-2C6A19ED2DA9}"/>
              </a:ext>
            </a:extLst>
          </p:cNvPr>
          <p:cNvSpPr/>
          <p:nvPr/>
        </p:nvSpPr>
        <p:spPr>
          <a:xfrm>
            <a:off x="285639" y="910821"/>
            <a:ext cx="1932688" cy="368051"/>
          </a:xfrm>
          <a:prstGeom prst="roundRect">
            <a:avLst>
              <a:gd name="adj" fmla="val 9120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r>
              <a:rPr kumimoji="1" lang="ja-JP" altLang="en-US" sz="509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本カードを破損・紛失された場合、または使用期限を過ぎた場合は、お品</a:t>
            </a:r>
            <a:r>
              <a:rPr kumimoji="1" lang="ja-JP" altLang="en-US" sz="509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ものをご提供</a:t>
            </a:r>
            <a:r>
              <a:rPr kumimoji="1" lang="ja-JP" altLang="en-US" sz="509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できかねますので、あらかじめご了承くださいますようお願いいたします。</a:t>
            </a:r>
          </a:p>
        </p:txBody>
      </p:sp>
    </p:spTree>
    <p:extLst>
      <p:ext uri="{BB962C8B-B14F-4D97-AF65-F5344CB8AC3E}">
        <p14:creationId xmlns:p14="http://schemas.microsoft.com/office/powerpoint/2010/main" val="342569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838C-D062-6708-F7FB-8555AE45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790254A-87A8-C363-552D-1E7B43DB4A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" t="20380" r="109" b="4901"/>
          <a:stretch>
            <a:fillRect/>
          </a:stretch>
        </p:blipFill>
        <p:spPr bwMode="auto">
          <a:xfrm>
            <a:off x="-157209" y="265636"/>
            <a:ext cx="3591017" cy="1489846"/>
          </a:xfrm>
          <a:prstGeom prst="rect">
            <a:avLst/>
          </a:prstGeom>
          <a:noFill/>
          <a:effectLst>
            <a:softEdge rad="95668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46F2B07-6295-E53D-30E0-D30FD34CBE30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F698670-4BAF-F3A3-4906-F55DD470C720}"/>
              </a:ext>
            </a:extLst>
          </p:cNvPr>
          <p:cNvSpPr/>
          <p:nvPr/>
        </p:nvSpPr>
        <p:spPr>
          <a:xfrm>
            <a:off x="652147" y="1346217"/>
            <a:ext cx="1972305" cy="244398"/>
          </a:xfrm>
          <a:prstGeom prst="roundRect">
            <a:avLst>
              <a:gd name="adj" fmla="val 50000"/>
            </a:avLst>
          </a:prstGeom>
          <a:solidFill>
            <a:srgbClr val="FFFFFF">
              <a:alpha val="89804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AU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米菓匠鼎庵本店　</a:t>
            </a:r>
            <a:r>
              <a:rPr kumimoji="1" lang="en-AU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TEL.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018-853-6766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3C513B2-6D20-6847-8BE3-C9EDA03D8A22}"/>
              </a:ext>
            </a:extLst>
          </p:cNvPr>
          <p:cNvSpPr/>
          <p:nvPr/>
        </p:nvSpPr>
        <p:spPr>
          <a:xfrm>
            <a:off x="248467" y="1733589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28428F-8D5E-6004-A08B-448F9A224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55" y="1738472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B48D726-8846-8DF0-D23F-66A95EEA69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160" y="1713470"/>
            <a:ext cx="183585" cy="183585"/>
          </a:xfrm>
          <a:prstGeom prst="rect">
            <a:avLst/>
          </a:prstGeom>
        </p:spPr>
      </p:pic>
      <p:sp>
        <p:nvSpPr>
          <p:cNvPr id="12" name="四角形: 角を丸くする 15">
            <a:extLst>
              <a:ext uri="{FF2B5EF4-FFF2-40B4-BE49-F238E27FC236}">
                <a16:creationId xmlns:a16="http://schemas.microsoft.com/office/drawing/2014/main" id="{4ED25D08-ADEA-1040-D703-B33F4B7D75F7}"/>
              </a:ext>
            </a:extLst>
          </p:cNvPr>
          <p:cNvSpPr/>
          <p:nvPr/>
        </p:nvSpPr>
        <p:spPr>
          <a:xfrm>
            <a:off x="202619" y="433134"/>
            <a:ext cx="2871362" cy="875713"/>
          </a:xfrm>
          <a:prstGeom prst="roundRect">
            <a:avLst>
              <a:gd name="adj" fmla="val 9120"/>
            </a:avLst>
          </a:prstGeom>
          <a:solidFill>
            <a:schemeClr val="bg1">
              <a:alpha val="89804"/>
            </a:scheme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509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3" name="四角形: 角を丸くする 4">
            <a:extLst>
              <a:ext uri="{FF2B5EF4-FFF2-40B4-BE49-F238E27FC236}">
                <a16:creationId xmlns:a16="http://schemas.microsoft.com/office/drawing/2014/main" id="{C8568D35-3178-B0EB-4287-0A4961F72478}"/>
              </a:ext>
            </a:extLst>
          </p:cNvPr>
          <p:cNvSpPr/>
          <p:nvPr/>
        </p:nvSpPr>
        <p:spPr>
          <a:xfrm>
            <a:off x="347523" y="711900"/>
            <a:ext cx="501019" cy="21556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14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14" name="四角形: 角を丸くする 24">
            <a:extLst>
              <a:ext uri="{FF2B5EF4-FFF2-40B4-BE49-F238E27FC236}">
                <a16:creationId xmlns:a16="http://schemas.microsoft.com/office/drawing/2014/main" id="{BBF624F4-F3D6-1F44-0CD9-C451F3F91567}"/>
              </a:ext>
            </a:extLst>
          </p:cNvPr>
          <p:cNvSpPr/>
          <p:nvPr/>
        </p:nvSpPr>
        <p:spPr>
          <a:xfrm>
            <a:off x="253023" y="461146"/>
            <a:ext cx="2042423" cy="167587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2027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31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17" name="四角形: 角を丸くする 1">
            <a:extLst>
              <a:ext uri="{FF2B5EF4-FFF2-40B4-BE49-F238E27FC236}">
                <a16:creationId xmlns:a16="http://schemas.microsoft.com/office/drawing/2014/main" id="{78F5D956-60A0-3A2C-49C5-F43118DFEE48}"/>
              </a:ext>
            </a:extLst>
          </p:cNvPr>
          <p:cNvSpPr/>
          <p:nvPr/>
        </p:nvSpPr>
        <p:spPr>
          <a:xfrm>
            <a:off x="883602" y="704126"/>
            <a:ext cx="1299671" cy="21887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814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2" name="四角形: 角を丸くする 1">
            <a:extLst>
              <a:ext uri="{FF2B5EF4-FFF2-40B4-BE49-F238E27FC236}">
                <a16:creationId xmlns:a16="http://schemas.microsoft.com/office/drawing/2014/main" id="{24F7632A-DFE2-18C9-D0BD-FD378D17998F}"/>
              </a:ext>
            </a:extLst>
          </p:cNvPr>
          <p:cNvSpPr/>
          <p:nvPr/>
        </p:nvSpPr>
        <p:spPr>
          <a:xfrm>
            <a:off x="883599" y="695877"/>
            <a:ext cx="1299671" cy="21887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814" dirty="0">
              <a:solidFill>
                <a:schemeClr val="tx1"/>
              </a:solidFill>
              <a:latin typeface="Arial" panose="020B0604020202020204" pitchFamily="34" charset="0"/>
              <a:ea typeface="UD デジタル 教科書体 NP-R" panose="02020400000000000000" pitchFamily="18" charset="-128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100FA04-2BFD-23D7-7DBD-A6E05D34B106}"/>
              </a:ext>
            </a:extLst>
          </p:cNvPr>
          <p:cNvGrpSpPr/>
          <p:nvPr/>
        </p:nvGrpSpPr>
        <p:grpSpPr>
          <a:xfrm>
            <a:off x="2022174" y="440006"/>
            <a:ext cx="1049363" cy="861807"/>
            <a:chOff x="2017046" y="372980"/>
            <a:chExt cx="1049363" cy="86180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">
                <a:schemeClr val="bg1"/>
              </a:gs>
              <a:gs pos="76000">
                <a:schemeClr val="bg1"/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24D488DC-2973-D1A5-729B-D82E95944808}"/>
                </a:ext>
              </a:extLst>
            </p:cNvPr>
            <p:cNvSpPr/>
            <p:nvPr/>
          </p:nvSpPr>
          <p:spPr>
            <a:xfrm>
              <a:off x="2017046" y="372980"/>
              <a:ext cx="1049363" cy="861807"/>
            </a:xfrm>
            <a:prstGeom prst="roundRect">
              <a:avLst>
                <a:gd name="adj" fmla="val 931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9000">
                  <a:schemeClr val="bg1"/>
                </a:gs>
                <a:gs pos="7600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ln w="63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2298D7B-2F48-A2D1-9652-7A938C629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247986" y="404173"/>
              <a:ext cx="777734" cy="795999"/>
            </a:xfrm>
            <a:prstGeom prst="rect">
              <a:avLst/>
            </a:prstGeom>
            <a:grpFill/>
            <a:ln w="38100">
              <a:noFill/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539AAA9-2A2B-0CFB-A39A-C81CC1E09A57}"/>
              </a:ext>
            </a:extLst>
          </p:cNvPr>
          <p:cNvSpPr/>
          <p:nvPr/>
        </p:nvSpPr>
        <p:spPr>
          <a:xfrm>
            <a:off x="91779" y="142765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お品物の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受け取りは</a:t>
            </a:r>
            <a:r>
              <a:rPr kumimoji="1" lang="en-US" altLang="ja-JP" sz="916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  <p:sp>
        <p:nvSpPr>
          <p:cNvPr id="36" name="四角形: 角を丸くする 15">
            <a:extLst>
              <a:ext uri="{FF2B5EF4-FFF2-40B4-BE49-F238E27FC236}">
                <a16:creationId xmlns:a16="http://schemas.microsoft.com/office/drawing/2014/main" id="{AA99BA67-96C4-4385-AF58-F39E68C2B39E}"/>
              </a:ext>
            </a:extLst>
          </p:cNvPr>
          <p:cNvSpPr/>
          <p:nvPr/>
        </p:nvSpPr>
        <p:spPr>
          <a:xfrm>
            <a:off x="285639" y="910821"/>
            <a:ext cx="1932688" cy="368051"/>
          </a:xfrm>
          <a:prstGeom prst="roundRect">
            <a:avLst>
              <a:gd name="adj" fmla="val 9120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r>
              <a:rPr kumimoji="1" lang="ja-JP" altLang="en-US" sz="509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本カードを破損・紛失された場合、または使用期限を過ぎた場合は、お品</a:t>
            </a:r>
            <a:r>
              <a:rPr kumimoji="1" lang="ja-JP" altLang="en-US" sz="509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ものをご提供</a:t>
            </a:r>
            <a:r>
              <a:rPr kumimoji="1" lang="ja-JP" altLang="en-US" sz="509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できかねますので、あらかじめご了承くださいますようお願いいたします。</a:t>
            </a:r>
          </a:p>
        </p:txBody>
      </p:sp>
    </p:spTree>
    <p:extLst>
      <p:ext uri="{BB962C8B-B14F-4D97-AF65-F5344CB8AC3E}">
        <p14:creationId xmlns:p14="http://schemas.microsoft.com/office/powerpoint/2010/main" val="19186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B101B0-9C1A-F279-34D9-F8FA6181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920A03-E3F3-0E6F-F945-5A75700BD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66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4E0C2D-AFA8-1630-1768-F39160A0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778E138-80AB-49DA-F141-4599262F003D}"/>
              </a:ext>
            </a:extLst>
          </p:cNvPr>
          <p:cNvSpPr/>
          <p:nvPr/>
        </p:nvSpPr>
        <p:spPr>
          <a:xfrm>
            <a:off x="62689" y="-1"/>
            <a:ext cx="3151220" cy="19796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2C801-4DBD-A648-B7CF-EB8D7E2B4A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29" b="18595"/>
          <a:stretch>
            <a:fillRect/>
          </a:stretch>
        </p:blipFill>
        <p:spPr>
          <a:xfrm>
            <a:off x="62688" y="-7199"/>
            <a:ext cx="3151220" cy="19796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5405B71-1C4D-2335-8CF0-9754D447F51E}"/>
              </a:ext>
            </a:extLst>
          </p:cNvPr>
          <p:cNvSpPr/>
          <p:nvPr/>
        </p:nvSpPr>
        <p:spPr>
          <a:xfrm>
            <a:off x="62690" y="5165"/>
            <a:ext cx="3151220" cy="1974448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675C974-2DA1-C7F9-F989-5AFD08E92DAE}"/>
              </a:ext>
            </a:extLst>
          </p:cNvPr>
          <p:cNvSpPr/>
          <p:nvPr/>
        </p:nvSpPr>
        <p:spPr>
          <a:xfrm>
            <a:off x="287288" y="1795306"/>
            <a:ext cx="2702018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0811D42-5F89-AE49-CFB6-6710E6444DA3}"/>
              </a:ext>
            </a:extLst>
          </p:cNvPr>
          <p:cNvSpPr/>
          <p:nvPr/>
        </p:nvSpPr>
        <p:spPr>
          <a:xfrm>
            <a:off x="911317" y="1376118"/>
            <a:ext cx="1605667" cy="36137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HP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開設記念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</a:p>
          <a:p>
            <a:pPr algn="ctr"/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限定</a:t>
            </a:r>
            <a:r>
              <a:rPr kumimoji="1" lang="en-US" altLang="ja-JP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“アクリルキーホルダー”</a:t>
            </a:r>
            <a:endParaRPr kumimoji="1" lang="en-AU" altLang="ja-JP" sz="916" b="1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プレゼント！</a:t>
            </a:r>
            <a:endParaRPr kumimoji="1" lang="en-US" altLang="ja-JP" sz="916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FD4193-2A6C-8F7C-FB92-AADF1DB43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4" b="3746"/>
          <a:stretch>
            <a:fillRect/>
          </a:stretch>
        </p:blipFill>
        <p:spPr bwMode="auto">
          <a:xfrm>
            <a:off x="152915" y="219914"/>
            <a:ext cx="2980505" cy="1115368"/>
          </a:xfrm>
          <a:prstGeom prst="rect">
            <a:avLst/>
          </a:prstGeom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C05FFEC-0022-B49D-A22E-B900A1CC5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43997" y="1192980"/>
            <a:ext cx="552675" cy="55267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F4530D8-3A34-FF8C-1AAE-166E598D6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815" y="1118434"/>
            <a:ext cx="676871" cy="676871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5183ACF-0122-5E1E-AEC9-7A0FDB7346BA}"/>
              </a:ext>
            </a:extLst>
          </p:cNvPr>
          <p:cNvSpPr txBox="1"/>
          <p:nvPr/>
        </p:nvSpPr>
        <p:spPr>
          <a:xfrm>
            <a:off x="118723" y="38643"/>
            <a:ext cx="3027891" cy="2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秋田大学医学部附属病院　医療</a:t>
            </a:r>
            <a:r>
              <a:rPr kumimoji="1" lang="en-US" altLang="ja-JP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　遠隔医療推進部門</a:t>
            </a:r>
            <a:endParaRPr lang="ja-JP" altLang="en-US" sz="814" b="1" dirty="0">
              <a:solidFill>
                <a:srgbClr val="E9621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B445793-5C72-6AA3-0AE1-7DBEB21BEFC4}"/>
              </a:ext>
            </a:extLst>
          </p:cNvPr>
          <p:cNvGrpSpPr/>
          <p:nvPr/>
        </p:nvGrpSpPr>
        <p:grpSpPr>
          <a:xfrm rot="21349987">
            <a:off x="132831" y="516512"/>
            <a:ext cx="826785" cy="1275963"/>
            <a:chOff x="162465" y="1067934"/>
            <a:chExt cx="458808" cy="708070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20E7567C-1CD7-1764-3ECA-4A9029988912}"/>
                </a:ext>
              </a:extLst>
            </p:cNvPr>
            <p:cNvSpPr/>
            <p:nvPr/>
          </p:nvSpPr>
          <p:spPr>
            <a:xfrm>
              <a:off x="162465" y="1067934"/>
              <a:ext cx="458808" cy="708070"/>
            </a:xfrm>
            <a:prstGeom prst="roundRect">
              <a:avLst/>
            </a:prstGeom>
            <a:gradFill flip="none" rotWithShape="1">
              <a:gsLst>
                <a:gs pos="0">
                  <a:srgbClr val="E96217"/>
                </a:gs>
                <a:gs pos="39000">
                  <a:srgbClr val="ED7E41"/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911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2EA07D6A-0F59-E23F-EE95-F0210CDC5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11" t="5372" r="25903" b="5550"/>
            <a:stretch>
              <a:fillRect/>
            </a:stretch>
          </p:blipFill>
          <p:spPr>
            <a:xfrm>
              <a:off x="168145" y="1085593"/>
              <a:ext cx="446654" cy="683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474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692F38-35A1-26A8-9C33-70BE088F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05B4C68-CA7D-85F1-F90B-6F9778381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7" b="31469"/>
          <a:stretch>
            <a:fillRect/>
          </a:stretch>
        </p:blipFill>
        <p:spPr>
          <a:xfrm>
            <a:off x="62691" y="205338"/>
            <a:ext cx="3151221" cy="16126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8C986EE-D42A-EC6C-092E-8366D8043751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B982660-7DEC-73BD-F4C3-25F7032B4719}"/>
              </a:ext>
            </a:extLst>
          </p:cNvPr>
          <p:cNvSpPr/>
          <p:nvPr/>
        </p:nvSpPr>
        <p:spPr>
          <a:xfrm>
            <a:off x="282232" y="1286282"/>
            <a:ext cx="2721872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4E78D65-6EFB-3A0D-EAAE-C3CFC4D5B23D}"/>
              </a:ext>
            </a:extLst>
          </p:cNvPr>
          <p:cNvSpPr/>
          <p:nvPr/>
        </p:nvSpPr>
        <p:spPr>
          <a:xfrm>
            <a:off x="251114" y="1777441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8317E0A-4C6C-27B9-F311-9FC627C11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0" y="1790539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451CE45-C366-986F-5F6E-66771A25C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78" y="1747291"/>
            <a:ext cx="183585" cy="183585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4F43CF3-7866-6A7B-64F1-4C4A336DF953}"/>
              </a:ext>
            </a:extLst>
          </p:cNvPr>
          <p:cNvGrpSpPr/>
          <p:nvPr/>
        </p:nvGrpSpPr>
        <p:grpSpPr>
          <a:xfrm>
            <a:off x="162431" y="369284"/>
            <a:ext cx="2858091" cy="858296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195BE381-C979-D11F-7A27-86F37C26B265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A56E6B5B-F1D6-B723-535E-D36FBD80C6CF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590B4CE5-DCC9-C69D-3215-41F14701EE61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3293" tIns="36647" rIns="73293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9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F7791EA4-80C1-EB36-4998-21C865E13142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14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644C2461-8C43-AA08-E17D-6F66BC64713A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6AE09F98-064C-A3BE-D999-203EFB7206A6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9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12345678</a:t>
                </a:r>
                <a:endParaRPr kumimoji="1" lang="ja-JP" altLang="en-US" sz="814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B7DED97-76D4-1C41-E289-282E3A3D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A8F1705-08C5-C6FF-2A78-5C90057E04D3}"/>
              </a:ext>
            </a:extLst>
          </p:cNvPr>
          <p:cNvSpPr/>
          <p:nvPr/>
        </p:nvSpPr>
        <p:spPr>
          <a:xfrm>
            <a:off x="82102" y="82468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328181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A5C569-A84B-210B-D8E4-0C5F1FFB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3FE4C94-0751-5C94-867A-DE4438889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7" b="31469"/>
          <a:stretch>
            <a:fillRect/>
          </a:stretch>
        </p:blipFill>
        <p:spPr>
          <a:xfrm>
            <a:off x="62691" y="205338"/>
            <a:ext cx="3151221" cy="16126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F4C3A7F-F5FA-1400-8801-2D40B1F7B397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1B995C1-1F14-341E-DD1F-587C537EB0E0}"/>
              </a:ext>
            </a:extLst>
          </p:cNvPr>
          <p:cNvSpPr/>
          <p:nvPr/>
        </p:nvSpPr>
        <p:spPr>
          <a:xfrm>
            <a:off x="282232" y="1286282"/>
            <a:ext cx="2721872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F19A8C5-FD52-AFC4-F6AC-DD2C3DC0BDEA}"/>
              </a:ext>
            </a:extLst>
          </p:cNvPr>
          <p:cNvSpPr/>
          <p:nvPr/>
        </p:nvSpPr>
        <p:spPr>
          <a:xfrm>
            <a:off x="251114" y="1777441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76C365-5DFC-061C-6C53-863D17184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0" y="1790539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C115758-B4E6-85D6-7D75-18638EF41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78" y="1747291"/>
            <a:ext cx="183585" cy="183585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224C258-E085-E587-82F4-8D5A64D0836C}"/>
              </a:ext>
            </a:extLst>
          </p:cNvPr>
          <p:cNvGrpSpPr/>
          <p:nvPr/>
        </p:nvGrpSpPr>
        <p:grpSpPr>
          <a:xfrm>
            <a:off x="162431" y="369284"/>
            <a:ext cx="2858091" cy="858296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85DC9574-A929-E78E-C10E-25E9E451AC74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E4BB7DEF-0829-674C-C456-E2C4E06DBB8A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11DD4E1E-023F-E697-D49D-53A977219CDC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3293" tIns="36647" rIns="73293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9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FFCBE699-E6D0-AAA1-1DE9-4BF81660D765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14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CDBA8C08-6E43-0FBE-2886-5D626938744A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C01866DA-AECA-94B4-7BD7-E904377B8D9D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ja-JP" altLang="en-US" sz="814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2F7612E-ECDE-D5E9-A0A5-905F0ACAA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0385A46-2623-34E5-9518-4C8E5A978BF6}"/>
              </a:ext>
            </a:extLst>
          </p:cNvPr>
          <p:cNvSpPr/>
          <p:nvPr/>
        </p:nvSpPr>
        <p:spPr>
          <a:xfrm>
            <a:off x="82102" y="82468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405425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62688" y="-1"/>
            <a:ext cx="3151221" cy="1979614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293" tIns="36647" rIns="73293" bIns="0" rtlCol="0" anchor="b">
              <a:noAutofit/>
            </a:bodyPr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647801" y="392264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814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11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661270" y="1384028"/>
              <a:ext cx="1762019" cy="243529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916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AUTELM</a:t>
              </a:r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916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HP</a:t>
              </a:r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開設記念！</a:t>
              </a:r>
              <a:endParaRPr kumimoji="1" lang="en-US" altLang="ja-JP" sz="916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限定“アクリルキーホルダー”</a:t>
              </a:r>
              <a:endParaRPr kumimoji="1" lang="en-US" altLang="ja-JP" sz="916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プレゼント！</a:t>
              </a:r>
              <a:endParaRPr kumimoji="1" lang="en-US" altLang="ja-JP" sz="916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7D24D90A-A1AB-C0C5-52D1-456539EAF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71009" y="1228617"/>
            <a:ext cx="552675" cy="55267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B7ACA9E-F2DC-C16E-D18D-34F09B812694}"/>
              </a:ext>
            </a:extLst>
          </p:cNvPr>
          <p:cNvGrpSpPr/>
          <p:nvPr/>
        </p:nvGrpSpPr>
        <p:grpSpPr>
          <a:xfrm>
            <a:off x="90803" y="1205594"/>
            <a:ext cx="732702" cy="654484"/>
            <a:chOff x="738930" y="555863"/>
            <a:chExt cx="1323512" cy="1182224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C091C0B-7D45-EDAF-5289-60C6DAC8E5B1}"/>
                </a:ext>
              </a:extLst>
            </p:cNvPr>
            <p:cNvSpPr/>
            <p:nvPr/>
          </p:nvSpPr>
          <p:spPr>
            <a:xfrm>
              <a:off x="1029261" y="609599"/>
              <a:ext cx="726514" cy="10382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911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894C301-7CD6-230B-FCA8-B9E7F91E6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30" y="555863"/>
              <a:ext cx="1323512" cy="1182224"/>
            </a:xfrm>
            <a:prstGeom prst="rect">
              <a:avLst/>
            </a:prstGeom>
          </p:spPr>
        </p:pic>
      </p:grpSp>
      <p:pic>
        <p:nvPicPr>
          <p:cNvPr id="27" name="図 26">
            <a:extLst>
              <a:ext uri="{FF2B5EF4-FFF2-40B4-BE49-F238E27FC236}">
                <a16:creationId xmlns:a16="http://schemas.microsoft.com/office/drawing/2014/main" id="{D1DFAD95-1484-497B-EBC6-7A18A125C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 b="8167"/>
          <a:stretch>
            <a:fillRect/>
          </a:stretch>
        </p:blipFill>
        <p:spPr>
          <a:xfrm>
            <a:off x="126755" y="50852"/>
            <a:ext cx="3011828" cy="113353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3926109-6577-4D2E-B90E-5D658BEEA052}"/>
              </a:ext>
            </a:extLst>
          </p:cNvPr>
          <p:cNvSpPr txBox="1"/>
          <p:nvPr/>
        </p:nvSpPr>
        <p:spPr>
          <a:xfrm>
            <a:off x="80347" y="29640"/>
            <a:ext cx="3176086" cy="22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14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秋田大学医学部附属病院　医療</a:t>
            </a:r>
            <a:r>
              <a:rPr kumimoji="1" lang="en-US" altLang="ja-JP" sz="814" dirty="0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DX</a:t>
            </a:r>
            <a:r>
              <a:rPr kumimoji="1" lang="ja-JP" altLang="en-US" sz="814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センター　遠隔医療推進部門</a:t>
            </a:r>
            <a:endParaRPr lang="ja-JP" altLang="en-US" sz="81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79A0A6-C627-E1EF-2C33-DA04DC2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EAF51891-B1C8-606F-A2C1-2A0867C04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9" y="53482"/>
            <a:ext cx="3021939" cy="1688037"/>
          </a:xfrm>
          <a:prstGeom prst="rect">
            <a:avLst/>
          </a:prstGeom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A011A14-8162-9C9E-72DA-74130FD97DCF}"/>
              </a:ext>
            </a:extLst>
          </p:cNvPr>
          <p:cNvGrpSpPr/>
          <p:nvPr/>
        </p:nvGrpSpPr>
        <p:grpSpPr>
          <a:xfrm>
            <a:off x="62690" y="-1"/>
            <a:ext cx="3151220" cy="1979613"/>
            <a:chOff x="-1" y="0"/>
            <a:chExt cx="3095625" cy="1944688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0D33596-4E8C-FA2E-94F2-F225C44EF270}"/>
                </a:ext>
              </a:extLst>
            </p:cNvPr>
            <p:cNvSpPr/>
            <p:nvPr/>
          </p:nvSpPr>
          <p:spPr>
            <a:xfrm>
              <a:off x="-1" y="1311275"/>
              <a:ext cx="3095625" cy="63341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720E82F-A8F7-2F33-47EE-2CB001A1ABD0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293" tIns="36647" rIns="73293" bIns="0" rtlCol="0" anchor="b">
              <a:noAutofit/>
            </a:bodyPr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4CDE62F3-3BB3-74A0-99E7-D86D84B26F9B}"/>
                </a:ext>
              </a:extLst>
            </p:cNvPr>
            <p:cNvSpPr/>
            <p:nvPr/>
          </p:nvSpPr>
          <p:spPr>
            <a:xfrm>
              <a:off x="187536" y="1346585"/>
              <a:ext cx="2673852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[</a:t>
              </a:r>
              <a:r>
                <a:rPr kumimoji="1" lang="ja-JP" altLang="en-US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お問い合わせ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]</a:t>
              </a:r>
            </a:p>
            <a:p>
              <a:pPr algn="ctr"/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秋田大学医学部附属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病院医療</a:t>
              </a:r>
              <a:r>
                <a:rPr kumimoji="1" lang="en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DX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センター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遠隔医療推進部門（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AUTELM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）</a:t>
              </a:r>
              <a:endPara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  <a:p>
              <a:pPr algn="ctr"/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電話：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018-801-7179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　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e-mail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：</a:t>
              </a:r>
              <a:r>
                <a:rPr kumimoji="1" lang="en-US" altLang="ja-JP" sz="611" dirty="0" err="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enkakuiryo@jimu.akita-u.ac.jp</a:t>
              </a:r>
              <a:endPara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31B99F23-31CE-7A6B-4F83-670E40C768CA}"/>
                </a:ext>
              </a:extLst>
            </p:cNvPr>
            <p:cNvSpPr/>
            <p:nvPr/>
          </p:nvSpPr>
          <p:spPr>
            <a:xfrm>
              <a:off x="185099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784653-FBC6-D3E0-BA33-72F3C11E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4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3A89654-52CD-8259-04C3-44FB7968F3C3}"/>
              </a:ext>
            </a:extLst>
          </p:cNvPr>
          <p:cNvSpPr/>
          <p:nvPr/>
        </p:nvSpPr>
        <p:spPr>
          <a:xfrm>
            <a:off x="1141728" y="581839"/>
            <a:ext cx="1455133" cy="21888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9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14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65A8138-A193-8964-3E58-12327A506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654" y="1725035"/>
            <a:ext cx="183585" cy="183585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F3CE2B4-1639-A804-B192-568F0F0BDBF8}"/>
              </a:ext>
            </a:extLst>
          </p:cNvPr>
          <p:cNvGrpSpPr/>
          <p:nvPr/>
        </p:nvGrpSpPr>
        <p:grpSpPr>
          <a:xfrm>
            <a:off x="253593" y="254577"/>
            <a:ext cx="2769409" cy="858296"/>
            <a:chOff x="187535" y="250086"/>
            <a:chExt cx="2720550" cy="84315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D7911D8-43BC-4865-C884-1862B419F732}"/>
                </a:ext>
              </a:extLst>
            </p:cNvPr>
            <p:cNvGrpSpPr/>
            <p:nvPr/>
          </p:nvGrpSpPr>
          <p:grpSpPr>
            <a:xfrm>
              <a:off x="187535" y="250086"/>
              <a:ext cx="2720550" cy="843154"/>
              <a:chOff x="187535" y="250086"/>
              <a:chExt cx="2720550" cy="843154"/>
            </a:xfrm>
          </p:grpSpPr>
          <p:sp>
            <p:nvSpPr>
              <p:cNvPr id="12" name="四角形: 角を丸くする 15">
                <a:extLst>
                  <a:ext uri="{FF2B5EF4-FFF2-40B4-BE49-F238E27FC236}">
                    <a16:creationId xmlns:a16="http://schemas.microsoft.com/office/drawing/2014/main" id="{318066C9-5C42-E361-FFDB-1EEE2FAF9211}"/>
                  </a:ext>
                </a:extLst>
              </p:cNvPr>
              <p:cNvSpPr/>
              <p:nvPr/>
            </p:nvSpPr>
            <p:spPr>
              <a:xfrm>
                <a:off x="234235" y="250086"/>
                <a:ext cx="2627152" cy="843154"/>
              </a:xfrm>
              <a:prstGeom prst="roundRect">
                <a:avLst>
                  <a:gd name="adj" fmla="val 13559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3293" tIns="36647" rIns="73293" bIns="0" rtlCol="0" anchor="b">
                <a:noAutofit/>
              </a:bodyPr>
              <a:lstStyle/>
              <a:p>
                <a:pPr algn="ctr"/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本カードを破損・紛失された場合、または使用期限を過ぎた場合は、お品ものを</a:t>
                </a:r>
                <a:endParaRPr kumimoji="1" lang="en-US" altLang="ja-JP" sz="509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  <a:p>
                <a:pPr algn="ctr"/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 ご提供できかねますので、あらかじめご了承くださいますようお願いいたします。</a:t>
                </a:r>
              </a:p>
            </p:txBody>
          </p:sp>
          <p:sp>
            <p:nvSpPr>
              <p:cNvPr id="13" name="四角形: 角を丸くする 4">
                <a:extLst>
                  <a:ext uri="{FF2B5EF4-FFF2-40B4-BE49-F238E27FC236}">
                    <a16:creationId xmlns:a16="http://schemas.microsoft.com/office/drawing/2014/main" id="{97BAF284-F840-2EDB-B5E3-E30F9BC403F1}"/>
                  </a:ext>
                </a:extLst>
              </p:cNvPr>
              <p:cNvSpPr/>
              <p:nvPr/>
            </p:nvSpPr>
            <p:spPr>
              <a:xfrm>
                <a:off x="299236" y="559911"/>
                <a:ext cx="564212" cy="211760"/>
              </a:xfrm>
              <a:prstGeom prst="roundRect">
                <a:avLst>
                  <a:gd name="adj" fmla="val 666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814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PINCODE</a:t>
                </a:r>
              </a:p>
            </p:txBody>
          </p:sp>
          <p:sp>
            <p:nvSpPr>
              <p:cNvPr id="14" name="四角形: 角を丸くする 24">
                <a:extLst>
                  <a:ext uri="{FF2B5EF4-FFF2-40B4-BE49-F238E27FC236}">
                    <a16:creationId xmlns:a16="http://schemas.microsoft.com/office/drawing/2014/main" id="{CE56329B-1BC2-807D-CE78-A3DB62613095}"/>
                  </a:ext>
                </a:extLst>
              </p:cNvPr>
              <p:cNvSpPr/>
              <p:nvPr/>
            </p:nvSpPr>
            <p:spPr>
              <a:xfrm>
                <a:off x="187535" y="287429"/>
                <a:ext cx="2720550" cy="164630"/>
              </a:xfrm>
              <a:prstGeom prst="roundRect">
                <a:avLst>
                  <a:gd name="adj" fmla="val 17073"/>
                </a:avLst>
              </a:prstGeom>
              <a:noFill/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［使用期限：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2027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年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月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31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日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59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まで］</a:t>
                </a:r>
              </a:p>
            </p:txBody>
          </p:sp>
        </p:grpSp>
        <p:sp>
          <p:nvSpPr>
            <p:cNvPr id="17" name="四角形: 角を丸くする 1">
              <a:extLst>
                <a:ext uri="{FF2B5EF4-FFF2-40B4-BE49-F238E27FC236}">
                  <a16:creationId xmlns:a16="http://schemas.microsoft.com/office/drawing/2014/main" id="{2D9C1C31-220D-618A-D71A-D1664167847E}"/>
                </a:ext>
              </a:extLst>
            </p:cNvPr>
            <p:cNvSpPr/>
            <p:nvPr/>
          </p:nvSpPr>
          <p:spPr>
            <a:xfrm>
              <a:off x="1013302" y="550515"/>
              <a:ext cx="1429461" cy="215018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9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12345678</a:t>
              </a:r>
              <a:endParaRPr kumimoji="1" lang="ja-JP" altLang="en-US" sz="814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48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BA3530-6262-F320-1D6A-BFF5E00B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5513E09-C9C7-57E0-EF48-8497941DE5A4}"/>
              </a:ext>
            </a:extLst>
          </p:cNvPr>
          <p:cNvSpPr/>
          <p:nvPr/>
        </p:nvSpPr>
        <p:spPr>
          <a:xfrm>
            <a:off x="62689" y="-1"/>
            <a:ext cx="3151220" cy="19796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BE906A3-F27C-A8C5-23B6-28C2EEC1C3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40" b="18595"/>
          <a:stretch>
            <a:fillRect/>
          </a:stretch>
        </p:blipFill>
        <p:spPr>
          <a:xfrm>
            <a:off x="6538" y="-1"/>
            <a:ext cx="3270061" cy="1979615"/>
          </a:xfrm>
          <a:prstGeom prst="rect">
            <a:avLst/>
          </a:prstGeom>
          <a:effectLst/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9AFE6E0-D6F8-F419-B39E-4E1848CA4262}"/>
              </a:ext>
            </a:extLst>
          </p:cNvPr>
          <p:cNvSpPr/>
          <p:nvPr/>
        </p:nvSpPr>
        <p:spPr>
          <a:xfrm>
            <a:off x="62690" y="5165"/>
            <a:ext cx="3151220" cy="1974448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337B238-3CE8-5F27-AC42-38F72F35D892}"/>
              </a:ext>
            </a:extLst>
          </p:cNvPr>
          <p:cNvSpPr/>
          <p:nvPr/>
        </p:nvSpPr>
        <p:spPr>
          <a:xfrm>
            <a:off x="292159" y="1812934"/>
            <a:ext cx="2702018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E84C825-89AF-05EA-8CC3-1ED5866765F4}"/>
              </a:ext>
            </a:extLst>
          </p:cNvPr>
          <p:cNvSpPr/>
          <p:nvPr/>
        </p:nvSpPr>
        <p:spPr>
          <a:xfrm>
            <a:off x="841147" y="1376118"/>
            <a:ext cx="1605667" cy="36137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HP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開設記念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</a:p>
          <a:p>
            <a:pPr algn="ctr"/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限定</a:t>
            </a:r>
            <a:r>
              <a:rPr kumimoji="1" lang="en-US" altLang="ja-JP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“アクリルキーホルダー”</a:t>
            </a:r>
            <a:endParaRPr kumimoji="1" lang="en-AU" altLang="ja-JP" sz="916" b="1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プレゼント！</a:t>
            </a:r>
            <a:endParaRPr kumimoji="1" lang="en-US" altLang="ja-JP" sz="916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507879-427F-8575-BE6E-EE5AE64F2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4" b="3746"/>
          <a:stretch>
            <a:fillRect/>
          </a:stretch>
        </p:blipFill>
        <p:spPr bwMode="auto">
          <a:xfrm>
            <a:off x="152915" y="219914"/>
            <a:ext cx="2980505" cy="1115368"/>
          </a:xfrm>
          <a:prstGeom prst="rect">
            <a:avLst/>
          </a:prstGeom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9A024BD-3E02-0B6F-7678-71814864C1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43997" y="1192980"/>
            <a:ext cx="552675" cy="55267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04701BD-2C5C-C610-E11B-F3286BB231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066" y="1022684"/>
            <a:ext cx="772621" cy="772621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1567086-FB67-0B99-2D28-0F87AEA66C9C}"/>
              </a:ext>
            </a:extLst>
          </p:cNvPr>
          <p:cNvSpPr txBox="1"/>
          <p:nvPr/>
        </p:nvSpPr>
        <p:spPr>
          <a:xfrm>
            <a:off x="118723" y="38643"/>
            <a:ext cx="3027891" cy="2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秋田大学医学部附属病院　医療</a:t>
            </a:r>
            <a:r>
              <a:rPr kumimoji="1" lang="en-US" altLang="ja-JP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　遠隔医療推進部門</a:t>
            </a:r>
            <a:endParaRPr lang="ja-JP" altLang="en-US" sz="814" b="1" dirty="0">
              <a:solidFill>
                <a:srgbClr val="E9621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5A6D74D-763B-8F12-5C3A-8A35960848F1}"/>
              </a:ext>
            </a:extLst>
          </p:cNvPr>
          <p:cNvGrpSpPr/>
          <p:nvPr/>
        </p:nvGrpSpPr>
        <p:grpSpPr>
          <a:xfrm rot="21429490">
            <a:off x="126445" y="504697"/>
            <a:ext cx="835017" cy="1311062"/>
            <a:chOff x="168145" y="1067934"/>
            <a:chExt cx="446654" cy="701292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B553C39F-E56B-3CA9-19FA-E6453DAD34D0}"/>
                </a:ext>
              </a:extLst>
            </p:cNvPr>
            <p:cNvSpPr/>
            <p:nvPr/>
          </p:nvSpPr>
          <p:spPr>
            <a:xfrm>
              <a:off x="187587" y="1067934"/>
              <a:ext cx="407014" cy="691029"/>
            </a:xfrm>
            <a:prstGeom prst="roundRect">
              <a:avLst/>
            </a:prstGeom>
            <a:gradFill flip="none" rotWithShape="1">
              <a:gsLst>
                <a:gs pos="0">
                  <a:srgbClr val="E96217"/>
                </a:gs>
                <a:gs pos="39000">
                  <a:srgbClr val="ED7E41"/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911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B837F94-D2F1-CCB5-9D39-D60083EE6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11" t="5372" r="25903" b="5550"/>
            <a:stretch>
              <a:fillRect/>
            </a:stretch>
          </p:blipFill>
          <p:spPr>
            <a:xfrm>
              <a:off x="168145" y="1085593"/>
              <a:ext cx="446654" cy="683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8347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6563B7-7C99-6241-C96B-F2B30A4F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B66B12C-240E-8B6F-400A-52221C67F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45" b="26339"/>
          <a:stretch>
            <a:fillRect/>
          </a:stretch>
        </p:blipFill>
        <p:spPr>
          <a:xfrm>
            <a:off x="0" y="0"/>
            <a:ext cx="3276600" cy="1979613"/>
          </a:xfrm>
          <a:prstGeom prst="rect">
            <a:avLst/>
          </a:prstGeom>
          <a:effectLst/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9965D4F-E6C9-537C-4AA6-B09BCB13BD4E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FF3D85B-7911-5890-16B9-933A151097FC}"/>
              </a:ext>
            </a:extLst>
          </p:cNvPr>
          <p:cNvSpPr/>
          <p:nvPr/>
        </p:nvSpPr>
        <p:spPr>
          <a:xfrm>
            <a:off x="207152" y="1302498"/>
            <a:ext cx="2862297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2669EFE-39C2-75B6-7C84-C2CCD77EB86A}"/>
              </a:ext>
            </a:extLst>
          </p:cNvPr>
          <p:cNvSpPr/>
          <p:nvPr/>
        </p:nvSpPr>
        <p:spPr>
          <a:xfrm>
            <a:off x="399859" y="1733586"/>
            <a:ext cx="2526367" cy="183585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3748EAC-963E-A6E5-AE22-B1A3D0F1F437}"/>
              </a:ext>
            </a:extLst>
          </p:cNvPr>
          <p:cNvSpPr/>
          <p:nvPr/>
        </p:nvSpPr>
        <p:spPr>
          <a:xfrm>
            <a:off x="260775" y="1763736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EA0668E-0A4D-33C0-73E7-71721E7AE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12" y="1776834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3E8D5B6-1173-DF36-F4C3-55181662B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39" y="1733586"/>
            <a:ext cx="183585" cy="183585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E4FD59B-48DD-FF05-63DF-56D6E08FCC63}"/>
              </a:ext>
            </a:extLst>
          </p:cNvPr>
          <p:cNvSpPr/>
          <p:nvPr/>
        </p:nvSpPr>
        <p:spPr>
          <a:xfrm>
            <a:off x="127574" y="100958"/>
            <a:ext cx="3032033" cy="183585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7091E18-CF6F-7A2B-A7D3-7915692B7087}"/>
              </a:ext>
            </a:extLst>
          </p:cNvPr>
          <p:cNvGrpSpPr/>
          <p:nvPr/>
        </p:nvGrpSpPr>
        <p:grpSpPr>
          <a:xfrm>
            <a:off x="172093" y="385500"/>
            <a:ext cx="2858091" cy="858296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D22BD6B-CBE7-4FDA-1F83-372409181E81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3761F25E-B0E7-DCBE-7CE3-871B0246FBB8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79CC3D5B-5322-4E81-60AE-44F00D2F5F06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3293" tIns="36647" rIns="73293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9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E22961C4-A336-7637-7A5B-56A903B88AA4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14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700A75DC-29A5-CDAF-90BE-E721AA3DD765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64A0E2EE-675E-E039-10FA-34BC0D724782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9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12345678</a:t>
                </a:r>
                <a:endParaRPr kumimoji="1" lang="ja-JP" altLang="en-US" sz="814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C583A2A-C682-ADA0-DF2F-161DD4A87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79725ED-EE6D-C6F4-CB3E-AF90E8184F2A}"/>
              </a:ext>
            </a:extLst>
          </p:cNvPr>
          <p:cNvSpPr/>
          <p:nvPr/>
        </p:nvSpPr>
        <p:spPr>
          <a:xfrm>
            <a:off x="82102" y="131316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146699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</TotalTime>
  <Words>698</Words>
  <Application>Microsoft Macintosh PowerPoint</Application>
  <PresentationFormat>ユーザー設定</PresentationFormat>
  <Paragraphs>73</Paragraphs>
  <Slides>11</Slides>
  <Notes>6</Notes>
  <HiddenSlides>8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Meiryo UI</vt:lpstr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参考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yudaiito</cp:lastModifiedBy>
  <cp:revision>151</cp:revision>
  <cp:lastPrinted>2026-04-21T02:38:34Z</cp:lastPrinted>
  <dcterms:created xsi:type="dcterms:W3CDTF">2026-01-29T04:40:41Z</dcterms:created>
  <dcterms:modified xsi:type="dcterms:W3CDTF">2026-04-21T03:15:51Z</dcterms:modified>
</cp:coreProperties>
</file>