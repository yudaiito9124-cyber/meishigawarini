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83" r:id="rId2"/>
    <p:sldId id="292" r:id="rId3"/>
    <p:sldId id="293" r:id="rId4"/>
    <p:sldId id="284" r:id="rId5"/>
  </p:sldIdLst>
  <p:sldSz cx="3095625" cy="1944688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6" autoAdjust="0"/>
    <p:restoredTop sz="94658"/>
  </p:normalViewPr>
  <p:slideViewPr>
    <p:cSldViewPr snapToGrid="0">
      <p:cViewPr varScale="1">
        <p:scale>
          <a:sx n="400" d="100"/>
          <a:sy n="400" d="100"/>
        </p:scale>
        <p:origin x="1696" y="216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675" y="4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/>
          <a:lstStyle>
            <a:lvl1pPr algn="r">
              <a:defRPr sz="1300"/>
            </a:lvl1pPr>
          </a:lstStyle>
          <a:p>
            <a:fld id="{DFB49DE1-FB4B-4CFB-9A42-CC282F575BDD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803275" y="1279525"/>
            <a:ext cx="549751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58" tIns="46880" rIns="93758" bIns="4688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738" y="4925915"/>
            <a:ext cx="5682595" cy="4028966"/>
          </a:xfrm>
          <a:prstGeom prst="rect">
            <a:avLst/>
          </a:prstGeom>
        </p:spPr>
        <p:txBody>
          <a:bodyPr vert="horz" lIns="93758" tIns="46880" rIns="93758" bIns="4688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4" y="9722076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675" y="9722076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 anchor="b"/>
          <a:lstStyle>
            <a:lvl1pPr algn="r">
              <a:defRPr sz="13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E02-1C64-E337-C6E4-2EBD0F11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6C0786-4367-6430-D180-D12D386B1BCB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1D9419C8-BB72-E58B-C398-CE8E359F874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16C341E-C01A-7285-1C3A-F666EBE28AAC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299C835-E619-0E9B-19CF-24FBAE73DDC9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14F4DF1B-C8D8-5256-B230-71FFF4EBBC2D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04696F74-A331-2B37-5140-891CE89AD9A8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02CEC957-440E-84FB-7EB0-44AE3051DD0B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5CE70F7B-CAB9-CEC5-7EC1-DB47F811D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7AB0A86A-BA7D-4AE4-6112-6AB89727FAD0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ABF84064-9FFE-A3EC-898C-56EEEE684D6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7310735D-090A-8E81-988A-CAB629D05BD6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秋田大学オリジナル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7D24D90A-A1AB-C0C5-52D1-456539EAF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2604" y="567691"/>
            <a:ext cx="1194970" cy="11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64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9A0A6-C627-E1EF-2C33-DA04DC22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A011A14-8162-9C9E-72DA-74130FD97DCF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0D33596-4E8C-FA2E-94F2-F225C44EF270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5720E82F-A8F7-2F33-47EE-2CB001A1ABD0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39C7CB0D-A617-A539-722C-F7B2B115C35C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DA33354A-9C8E-023E-9E55-D19F0931C7E7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本カードを破損・紛失された場合、または使用期限を過ぎた場合は、お品ものを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41946D8-7389-75F2-4C11-940CF115873C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4CDE62F3-3BB3-74A0-99E7-D86D84B26F9B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</a:t>
              </a:r>
              <a:r>
                <a:rPr kumimoji="1" lang="ja-JP" altLang="en-US" sz="6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018-889-3019</a:t>
              </a:r>
              <a:r>
                <a:rPr kumimoji="1" lang="ja-JP" altLang="en-US" sz="6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kouhou@jimu.akita-u.ac.jp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31B99F23-31CE-7A6B-4F83-670E40C768CA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307D546E-1FFF-E8A2-17B1-EEC4D1AACAE0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2027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0784653-FBC6-D3E0-BA33-72F3C11E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3A89654-52CD-8259-04C3-44FB7968F3C3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9486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22F09-821C-2C3B-0E4F-1B630732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以下参考</a:t>
            </a:r>
            <a:br>
              <a:rPr kumimoji="1" lang="en-US" altLang="ja-JP" dirty="0"/>
            </a:b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A49D1D-AFF0-7CD0-88E7-8E572A6A7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95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5DED-CAFD-3E98-07AB-448B2440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DB7CA2F-1E3D-07DC-48B5-6FDB8A46CF35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22EDC73F-1956-395D-55F3-2AA471C22835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4AF81FA0-9EF1-F3E5-8CFE-68209C71F9F5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A163BE45-48CE-105B-903F-D6923EA3AC7F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C4C601C7-22A4-EC5B-C791-20C5366C1341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本カードを破損・紛失された場合、または使用期限を過ぎた場合は、お品ものを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66BDA754-8E4B-C983-C8B8-FB4DF5267F46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5D1182F7-303E-2D75-32F3-E4AA5BB7ACCF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018-889-3266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kikin@jimu.akita-u.ac.jp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9F47755B-7939-1D7F-B1DE-9EB07E6A7B1F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31545E15-01E3-2BA2-128E-1410CA07FD7B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2027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6E09740-961F-C902-DB45-733296A0B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5BA38E7-7806-1159-D4FB-7F416752B74D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9832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1228</TotalTime>
  <Words>199</Words>
  <Application>Microsoft Macintosh PowerPoint</Application>
  <PresentationFormat>ユーザー設定</PresentationFormat>
  <Paragraphs>22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以下参考 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岡崎光洋</cp:lastModifiedBy>
  <cp:revision>130</cp:revision>
  <cp:lastPrinted>2026-03-24T04:53:58Z</cp:lastPrinted>
  <dcterms:created xsi:type="dcterms:W3CDTF">2026-01-29T04:40:41Z</dcterms:created>
  <dcterms:modified xsi:type="dcterms:W3CDTF">2026-03-24T06:00:14Z</dcterms:modified>
</cp:coreProperties>
</file>