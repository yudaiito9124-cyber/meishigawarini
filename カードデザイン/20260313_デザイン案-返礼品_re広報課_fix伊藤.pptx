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81" r:id="rId2"/>
    <p:sldId id="282" r:id="rId3"/>
    <p:sldId id="283" r:id="rId4"/>
    <p:sldId id="291" r:id="rId5"/>
    <p:sldId id="284" r:id="rId6"/>
    <p:sldId id="290" r:id="rId7"/>
    <p:sldId id="285" r:id="rId8"/>
    <p:sldId id="287" r:id="rId9"/>
    <p:sldId id="289" r:id="rId10"/>
    <p:sldId id="288" r:id="rId11"/>
    <p:sldId id="286" r:id="rId12"/>
  </p:sldIdLst>
  <p:sldSz cx="3095625" cy="1944688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pos="9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36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618" y="1254"/>
      </p:cViewPr>
      <p:guideLst>
        <p:guide orient="horz" pos="612"/>
        <p:guide pos="9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50100" cy="497754"/>
          </a:xfrm>
          <a:prstGeom prst="rect">
            <a:avLst/>
          </a:prstGeom>
        </p:spPr>
        <p:txBody>
          <a:bodyPr vert="horz" lIns="90569" tIns="45285" rIns="90569" bIns="4528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534" y="3"/>
            <a:ext cx="2950100" cy="497754"/>
          </a:xfrm>
          <a:prstGeom prst="rect">
            <a:avLst/>
          </a:prstGeom>
        </p:spPr>
        <p:txBody>
          <a:bodyPr vert="horz" lIns="90569" tIns="45285" rIns="90569" bIns="45285" rtlCol="0"/>
          <a:lstStyle>
            <a:lvl1pPr algn="r">
              <a:defRPr sz="1200"/>
            </a:lvl1pPr>
          </a:lstStyle>
          <a:p>
            <a:fld id="{DFB49DE1-FB4B-4CFB-9A42-CC282F575BDD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243013"/>
            <a:ext cx="53371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69" tIns="45285" rIns="90569" bIns="4528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1037" y="4783799"/>
            <a:ext cx="5445132" cy="3912728"/>
          </a:xfrm>
          <a:prstGeom prst="rect">
            <a:avLst/>
          </a:prstGeom>
        </p:spPr>
        <p:txBody>
          <a:bodyPr vert="horz" lIns="90569" tIns="45285" rIns="90569" bIns="4528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3" y="9441587"/>
            <a:ext cx="2950100" cy="497754"/>
          </a:xfrm>
          <a:prstGeom prst="rect">
            <a:avLst/>
          </a:prstGeom>
        </p:spPr>
        <p:txBody>
          <a:bodyPr vert="horz" lIns="90569" tIns="45285" rIns="90569" bIns="4528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534" y="9441587"/>
            <a:ext cx="2950100" cy="497754"/>
          </a:xfrm>
          <a:prstGeom prst="rect">
            <a:avLst/>
          </a:prstGeom>
        </p:spPr>
        <p:txBody>
          <a:bodyPr vert="horz" lIns="90569" tIns="45285" rIns="90569" bIns="45285" rtlCol="0" anchor="b"/>
          <a:lstStyle>
            <a:lvl1pPr algn="r">
              <a:defRPr sz="1200"/>
            </a:lvl1pPr>
          </a:lstStyle>
          <a:p>
            <a:fld id="{C86A7DC6-4F49-4B31-B557-9BBC3851C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52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1pPr>
    <a:lvl2pPr marL="12092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2pPr>
    <a:lvl3pPr marL="24185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3pPr>
    <a:lvl4pPr marL="36278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4pPr>
    <a:lvl5pPr marL="48371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5pPr>
    <a:lvl6pPr marL="604647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6pPr>
    <a:lvl7pPr marL="72557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7pPr>
    <a:lvl8pPr marL="84650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8pPr>
    <a:lvl9pPr marL="967435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6953" y="318263"/>
            <a:ext cx="2321719" cy="677040"/>
          </a:xfrm>
        </p:spPr>
        <p:txBody>
          <a:bodyPr anchor="b"/>
          <a:lstStyle>
            <a:lvl1pPr algn="ctr"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6953" y="1021411"/>
            <a:ext cx="2321719" cy="469516"/>
          </a:xfrm>
        </p:spPr>
        <p:txBody>
          <a:bodyPr/>
          <a:lstStyle>
            <a:lvl1pPr marL="0" indent="0" algn="ctr">
              <a:buNone/>
              <a:defRPr sz="609"/>
            </a:lvl1pPr>
            <a:lvl2pPr marL="116083" indent="0" algn="ctr">
              <a:buNone/>
              <a:defRPr sz="508"/>
            </a:lvl2pPr>
            <a:lvl3pPr marL="232166" indent="0" algn="ctr">
              <a:buNone/>
              <a:defRPr sz="457"/>
            </a:lvl3pPr>
            <a:lvl4pPr marL="348249" indent="0" algn="ctr">
              <a:buNone/>
              <a:defRPr sz="406"/>
            </a:lvl4pPr>
            <a:lvl5pPr marL="464332" indent="0" algn="ctr">
              <a:buNone/>
              <a:defRPr sz="406"/>
            </a:lvl5pPr>
            <a:lvl6pPr marL="580415" indent="0" algn="ctr">
              <a:buNone/>
              <a:defRPr sz="406"/>
            </a:lvl6pPr>
            <a:lvl7pPr marL="696498" indent="0" algn="ctr">
              <a:buNone/>
              <a:defRPr sz="406"/>
            </a:lvl7pPr>
            <a:lvl8pPr marL="812582" indent="0" algn="ctr">
              <a:buNone/>
              <a:defRPr sz="406"/>
            </a:lvl8pPr>
            <a:lvl9pPr marL="928665" indent="0" algn="ctr">
              <a:buNone/>
              <a:defRPr sz="406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31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741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12" y="484822"/>
            <a:ext cx="2669977" cy="808936"/>
          </a:xfrm>
        </p:spPr>
        <p:txBody>
          <a:bodyPr anchor="b"/>
          <a:lstStyle>
            <a:lvl1pPr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212" y="1301411"/>
            <a:ext cx="2669977" cy="425400"/>
          </a:xfrm>
        </p:spPr>
        <p:txBody>
          <a:bodyPr/>
          <a:lstStyle>
            <a:lvl1pPr marL="0" indent="0">
              <a:buNone/>
              <a:defRPr sz="609">
                <a:solidFill>
                  <a:schemeClr val="tx1">
                    <a:tint val="82000"/>
                  </a:schemeClr>
                </a:solidFill>
              </a:defRPr>
            </a:lvl1pPr>
            <a:lvl2pPr marL="116083" indent="0">
              <a:buNone/>
              <a:defRPr sz="508">
                <a:solidFill>
                  <a:schemeClr val="tx1">
                    <a:tint val="82000"/>
                  </a:schemeClr>
                </a:solidFill>
              </a:defRPr>
            </a:lvl2pPr>
            <a:lvl3pPr marL="232166" indent="0">
              <a:buNone/>
              <a:defRPr sz="457">
                <a:solidFill>
                  <a:schemeClr val="tx1">
                    <a:tint val="82000"/>
                  </a:schemeClr>
                </a:solidFill>
              </a:defRPr>
            </a:lvl3pPr>
            <a:lvl4pPr marL="348249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4pPr>
            <a:lvl5pPr marL="46433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5pPr>
            <a:lvl6pPr marL="58041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6pPr>
            <a:lvl7pPr marL="696498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7pPr>
            <a:lvl8pPr marL="81258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8pPr>
            <a:lvl9pPr marL="92866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7199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2824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7160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13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03537"/>
            <a:ext cx="2669977" cy="37588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228" y="476719"/>
            <a:ext cx="130959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3228" y="710351"/>
            <a:ext cx="130959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67160" y="476719"/>
            <a:ext cx="131604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67160" y="710351"/>
            <a:ext cx="131604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613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84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62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044" y="279999"/>
            <a:ext cx="1567160" cy="1381989"/>
          </a:xfrm>
        </p:spPr>
        <p:txBody>
          <a:bodyPr/>
          <a:lstStyle>
            <a:lvl1pPr>
              <a:defRPr sz="812"/>
            </a:lvl1pPr>
            <a:lvl2pPr>
              <a:defRPr sz="711"/>
            </a:lvl2pPr>
            <a:lvl3pPr>
              <a:defRPr sz="609"/>
            </a:lvl3pPr>
            <a:lvl4pPr>
              <a:defRPr sz="508"/>
            </a:lvl4pPr>
            <a:lvl5pPr>
              <a:defRPr sz="508"/>
            </a:lvl5pPr>
            <a:lvl6pPr>
              <a:defRPr sz="508"/>
            </a:lvl6pPr>
            <a:lvl7pPr>
              <a:defRPr sz="508"/>
            </a:lvl7pPr>
            <a:lvl8pPr>
              <a:defRPr sz="508"/>
            </a:lvl8pPr>
            <a:lvl9pPr>
              <a:defRPr sz="50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03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16044" y="279999"/>
            <a:ext cx="1567160" cy="1381989"/>
          </a:xfrm>
        </p:spPr>
        <p:txBody>
          <a:bodyPr anchor="t"/>
          <a:lstStyle>
            <a:lvl1pPr marL="0" indent="0">
              <a:buNone/>
              <a:defRPr sz="812"/>
            </a:lvl1pPr>
            <a:lvl2pPr marL="116083" indent="0">
              <a:buNone/>
              <a:defRPr sz="711"/>
            </a:lvl2pPr>
            <a:lvl3pPr marL="232166" indent="0">
              <a:buNone/>
              <a:defRPr sz="609"/>
            </a:lvl3pPr>
            <a:lvl4pPr marL="348249" indent="0">
              <a:buNone/>
              <a:defRPr sz="508"/>
            </a:lvl4pPr>
            <a:lvl5pPr marL="464332" indent="0">
              <a:buNone/>
              <a:defRPr sz="508"/>
            </a:lvl5pPr>
            <a:lvl6pPr marL="580415" indent="0">
              <a:buNone/>
              <a:defRPr sz="508"/>
            </a:lvl6pPr>
            <a:lvl7pPr marL="696498" indent="0">
              <a:buNone/>
              <a:defRPr sz="508"/>
            </a:lvl7pPr>
            <a:lvl8pPr marL="812582" indent="0">
              <a:buNone/>
              <a:defRPr sz="508"/>
            </a:lvl8pPr>
            <a:lvl9pPr marL="928665" indent="0">
              <a:buNone/>
              <a:defRPr sz="50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776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306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15307" y="103537"/>
            <a:ext cx="667494" cy="16480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824" y="103537"/>
            <a:ext cx="1963787" cy="16480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24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2824" y="103537"/>
            <a:ext cx="2669977" cy="37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824" y="517683"/>
            <a:ext cx="2669977" cy="1233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2824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943AC-2B44-49B1-8BF7-A9628131A8B9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5426" y="1802438"/>
            <a:ext cx="1044773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86285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70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32166" rtl="0" eaLnBrk="1" latinLnBrk="0" hangingPunct="1">
        <a:lnSpc>
          <a:spcPct val="90000"/>
        </a:lnSpc>
        <a:spcBef>
          <a:spcPct val="0"/>
        </a:spcBef>
        <a:buNone/>
        <a:defRPr kumimoji="1" sz="11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042" indent="-58042" algn="l" defTabSz="232166" rtl="0" eaLnBrk="1" latinLnBrk="0" hangingPunct="1">
        <a:lnSpc>
          <a:spcPct val="90000"/>
        </a:lnSpc>
        <a:spcBef>
          <a:spcPts val="254"/>
        </a:spcBef>
        <a:buFont typeface="Arial" panose="020B0604020202020204" pitchFamily="34" charset="0"/>
        <a:buChar char="•"/>
        <a:defRPr kumimoji="1" sz="711" kern="1200">
          <a:solidFill>
            <a:schemeClr val="tx1"/>
          </a:solidFill>
          <a:latin typeface="+mn-lt"/>
          <a:ea typeface="+mn-ea"/>
          <a:cs typeface="+mn-cs"/>
        </a:defRPr>
      </a:lvl1pPr>
      <a:lvl2pPr marL="174125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609" kern="1200">
          <a:solidFill>
            <a:schemeClr val="tx1"/>
          </a:solidFill>
          <a:latin typeface="+mn-lt"/>
          <a:ea typeface="+mn-ea"/>
          <a:cs typeface="+mn-cs"/>
        </a:defRPr>
      </a:lvl2pPr>
      <a:lvl3pPr marL="290208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508" kern="1200">
          <a:solidFill>
            <a:schemeClr val="tx1"/>
          </a:solidFill>
          <a:latin typeface="+mn-lt"/>
          <a:ea typeface="+mn-ea"/>
          <a:cs typeface="+mn-cs"/>
        </a:defRPr>
      </a:lvl3pPr>
      <a:lvl4pPr marL="406291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522374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638457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754540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70623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86706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1pPr>
      <a:lvl2pPr marL="116083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2pPr>
      <a:lvl3pPr marL="232166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3pPr>
      <a:lvl4pPr marL="348249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46433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58041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696498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1258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2866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638B8-8D7D-B972-AE94-748C27834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0C2C9DC7-2686-13B9-FB76-3634492DC36B}"/>
              </a:ext>
            </a:extLst>
          </p:cNvPr>
          <p:cNvSpPr/>
          <p:nvPr/>
        </p:nvSpPr>
        <p:spPr>
          <a:xfrm>
            <a:off x="-1" y="0"/>
            <a:ext cx="3095625" cy="1944687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48DEEB54-78CB-630F-C70B-4D6F8753FB08}"/>
              </a:ext>
            </a:extLst>
          </p:cNvPr>
          <p:cNvGrpSpPr/>
          <p:nvPr/>
        </p:nvGrpSpPr>
        <p:grpSpPr>
          <a:xfrm>
            <a:off x="0" y="35061"/>
            <a:ext cx="1781026" cy="1781656"/>
            <a:chOff x="4761" y="0"/>
            <a:chExt cx="1944000" cy="1944687"/>
          </a:xfrm>
        </p:grpSpPr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10CF7447-3D66-B339-9A11-3116EF689A6A}"/>
                </a:ext>
              </a:extLst>
            </p:cNvPr>
            <p:cNvSpPr/>
            <p:nvPr/>
          </p:nvSpPr>
          <p:spPr>
            <a:xfrm>
              <a:off x="4761" y="0"/>
              <a:ext cx="1944000" cy="1944687"/>
            </a:xfrm>
            <a:prstGeom prst="roundRect">
              <a:avLst>
                <a:gd name="adj" fmla="val 8828"/>
              </a:avLst>
            </a:prstGeom>
            <a:blipFill>
              <a:blip r:embed="rId2"/>
              <a:stretch>
                <a:fillRect/>
              </a:stretch>
            </a:blipFill>
            <a:ln w="171450">
              <a:noFill/>
            </a:ln>
            <a:effectLst>
              <a:glow>
                <a:schemeClr val="bg1"/>
              </a:glow>
              <a:outerShdw dist="12700" sx="1000" sy="1000" algn="ctr" rotWithShape="0">
                <a:srgbClr val="000000"/>
              </a:outerShdw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DE24A179-1F2A-C1D7-05E1-9BB072EB57AC}"/>
                </a:ext>
              </a:extLst>
            </p:cNvPr>
            <p:cNvGrpSpPr/>
            <p:nvPr/>
          </p:nvGrpSpPr>
          <p:grpSpPr>
            <a:xfrm>
              <a:off x="311866" y="138682"/>
              <a:ext cx="1329789" cy="1662236"/>
              <a:chOff x="324896" y="199586"/>
              <a:chExt cx="1294896" cy="1618620"/>
            </a:xfrm>
          </p:grpSpPr>
          <p:sp>
            <p:nvSpPr>
              <p:cNvPr id="14" name="四角形: 角を丸くする 13">
                <a:extLst>
                  <a:ext uri="{FF2B5EF4-FFF2-40B4-BE49-F238E27FC236}">
                    <a16:creationId xmlns:a16="http://schemas.microsoft.com/office/drawing/2014/main" id="{A9AE4136-B913-76E7-47D4-852AFC169F57}"/>
                  </a:ext>
                </a:extLst>
              </p:cNvPr>
              <p:cNvSpPr/>
              <p:nvPr/>
            </p:nvSpPr>
            <p:spPr>
              <a:xfrm>
                <a:off x="324896" y="199586"/>
                <a:ext cx="1294896" cy="1618620"/>
              </a:xfrm>
              <a:prstGeom prst="roundRect">
                <a:avLst>
                  <a:gd name="adj" fmla="val 17073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21" name="図 20" descr="ロゴ が含まれている画像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569C78D8-0EB3-537C-BA17-814D826903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25" t="9650" r="4370" b="12728"/>
              <a:stretch>
                <a:fillRect/>
              </a:stretch>
            </p:blipFill>
            <p:spPr>
              <a:xfrm>
                <a:off x="471089" y="268171"/>
                <a:ext cx="1002507" cy="282809"/>
              </a:xfrm>
              <a:prstGeom prst="rect">
                <a:avLst/>
              </a:prstGeom>
            </p:spPr>
          </p:pic>
        </p:grpSp>
      </p:grp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75B1F69A-74E7-82D8-6EF7-6B1DD5128252}"/>
              </a:ext>
            </a:extLst>
          </p:cNvPr>
          <p:cNvSpPr/>
          <p:nvPr/>
        </p:nvSpPr>
        <p:spPr>
          <a:xfrm>
            <a:off x="1742485" y="334219"/>
            <a:ext cx="1354878" cy="215018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「学長煎餅」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5770D425-D97D-816A-9865-D314F2621123}"/>
              </a:ext>
            </a:extLst>
          </p:cNvPr>
          <p:cNvSpPr/>
          <p:nvPr/>
        </p:nvSpPr>
        <p:spPr>
          <a:xfrm>
            <a:off x="-11724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C428A9B9-9DA8-6BFD-08C4-D55F28E42CA0}"/>
              </a:ext>
            </a:extLst>
          </p:cNvPr>
          <p:cNvSpPr/>
          <p:nvPr/>
        </p:nvSpPr>
        <p:spPr>
          <a:xfrm>
            <a:off x="215106" y="1793006"/>
            <a:ext cx="2654348" cy="121019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F245AB2-EEFC-E284-5AE8-75133D5967C5}"/>
              </a:ext>
            </a:extLst>
          </p:cNvPr>
          <p:cNvGrpSpPr/>
          <p:nvPr/>
        </p:nvGrpSpPr>
        <p:grpSpPr>
          <a:xfrm>
            <a:off x="1857899" y="638294"/>
            <a:ext cx="1124050" cy="1124050"/>
            <a:chOff x="1007265" y="2577396"/>
            <a:chExt cx="962823" cy="928507"/>
          </a:xfrm>
        </p:grpSpPr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2C0293F5-25A2-BAAD-C36A-F8BD7527D984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" name="図 8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E1ADE3E5-BA39-5AEE-8BD7-DDD260354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632D3BE-975C-57AE-94DC-B6F7FC911B67}"/>
              </a:ext>
            </a:extLst>
          </p:cNvPr>
          <p:cNvSpPr/>
          <p:nvPr/>
        </p:nvSpPr>
        <p:spPr>
          <a:xfrm>
            <a:off x="1927112" y="92292"/>
            <a:ext cx="988031" cy="271519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秋田大学オリジナル</a:t>
            </a:r>
            <a:endParaRPr kumimoji="1" lang="en-US" altLang="ja-JP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8074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B18B7-95B3-8DEF-89E7-D8EB11A4D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BB553E1C-93E5-7741-5BE0-21B6F34BCC2A}"/>
              </a:ext>
            </a:extLst>
          </p:cNvPr>
          <p:cNvSpPr/>
          <p:nvPr/>
        </p:nvSpPr>
        <p:spPr>
          <a:xfrm>
            <a:off x="-1" y="0"/>
            <a:ext cx="3095625" cy="1944688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3B01305D-13E8-D326-DFB1-2D11528469B1}"/>
              </a:ext>
            </a:extLst>
          </p:cNvPr>
          <p:cNvSpPr/>
          <p:nvPr/>
        </p:nvSpPr>
        <p:spPr>
          <a:xfrm>
            <a:off x="52384" y="86414"/>
            <a:ext cx="2990852" cy="1165609"/>
          </a:xfrm>
          <a:prstGeom prst="roundRect">
            <a:avLst>
              <a:gd name="adj" fmla="val 14805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171450">
            <a:noFill/>
          </a:ln>
          <a:effectLst>
            <a:glow>
              <a:schemeClr val="bg1"/>
            </a:glow>
            <a:outerShdw dist="12700" sx="1000" sy="1000" algn="ctr" rotWithShape="0">
              <a:srgbClr val="000000"/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8EFB68EC-218E-33D2-A980-B25E6D96C685}"/>
              </a:ext>
            </a:extLst>
          </p:cNvPr>
          <p:cNvSpPr/>
          <p:nvPr/>
        </p:nvSpPr>
        <p:spPr>
          <a:xfrm>
            <a:off x="234235" y="250086"/>
            <a:ext cx="2627152" cy="843154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本カードを破損・紛失された場合、または使用期限を過ぎた場合は、返礼品を</a:t>
            </a:r>
            <a:endParaRPr kumimoji="1" lang="en-US" altLang="ja-JP" sz="5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 ご提供できかねますので、あらかじめご了承くださいますようお願いいたします。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3B85B00-3FFD-3C66-2B1F-65E05DF0D111}"/>
              </a:ext>
            </a:extLst>
          </p:cNvPr>
          <p:cNvSpPr/>
          <p:nvPr/>
        </p:nvSpPr>
        <p:spPr>
          <a:xfrm>
            <a:off x="296296" y="568732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E8840FA-8BA6-D492-7178-88D799CD79C0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44B6410A-4EAF-C2B7-3C90-53653C8DE213}"/>
              </a:ext>
            </a:extLst>
          </p:cNvPr>
          <p:cNvSpPr/>
          <p:nvPr/>
        </p:nvSpPr>
        <p:spPr>
          <a:xfrm>
            <a:off x="216692" y="1408325"/>
            <a:ext cx="2662238" cy="302565"/>
          </a:xfrm>
          <a:prstGeom prst="roundRect">
            <a:avLst>
              <a:gd name="adj" fmla="val 17073"/>
            </a:avLst>
          </a:prstGeom>
          <a:noFill/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返礼品に関するお問い合わせ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]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秋田大学総務企画部広報課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018-889-3266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kikin@jimu.akita-u.ac.jp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8CE2EAB-21EF-E1A0-BF75-9518E545E6AA}"/>
              </a:ext>
            </a:extLst>
          </p:cNvPr>
          <p:cNvSpPr/>
          <p:nvPr/>
        </p:nvSpPr>
        <p:spPr>
          <a:xfrm>
            <a:off x="269861" y="1779606"/>
            <a:ext cx="2720550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「名刺代わりに」は、秋田大学発ベンチャー、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が提供しています。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27A6FE6-8304-E105-F4CC-BA0CC23DCBE0}"/>
              </a:ext>
            </a:extLst>
          </p:cNvPr>
          <p:cNvSpPr/>
          <p:nvPr/>
        </p:nvSpPr>
        <p:spPr>
          <a:xfrm>
            <a:off x="158380" y="287429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2026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年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月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30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日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59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まで］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501FA509-A0BD-AC34-663F-24EDF71C7E51}"/>
              </a:ext>
            </a:extLst>
          </p:cNvPr>
          <p:cNvSpPr/>
          <p:nvPr/>
        </p:nvSpPr>
        <p:spPr>
          <a:xfrm>
            <a:off x="1060000" y="571575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574CC00-E4C4-66A6-082F-C1484247B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32" y="1793811"/>
            <a:ext cx="97255" cy="9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779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7E02-1C64-E337-C6E4-2EBD0F114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BA6C0786-4367-6430-D180-D12D386B1BCB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1D9419C8-BB72-E58B-C398-CE8E359F874D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316C341E-C01A-7285-1C3A-F666EBE28AAC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0299C835-E619-0E9B-19CF-24FBAE73DDC9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14F4DF1B-C8D8-5256-B230-71FFF4EBBC2D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04696F74-A331-2B37-5140-891CE89AD9A8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02CEC957-440E-84FB-7EB0-44AE3051DD0B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5CE70F7B-CAB9-CEC5-7EC1-DB47F811D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7AB0A86A-BA7D-4AE4-6112-6AB89727FAD0}"/>
                </a:ext>
              </a:extLst>
            </p:cNvPr>
            <p:cNvSpPr/>
            <p:nvPr/>
          </p:nvSpPr>
          <p:spPr>
            <a:xfrm>
              <a:off x="1844455" y="255162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「学長煎餅」</a:t>
              </a:r>
              <a:endPara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ABF84064-9FFE-A3EC-898C-56EEEE684D62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7310735D-090A-8E81-988A-CAB629D05BD6}"/>
                </a:ext>
              </a:extLst>
            </p:cNvPr>
            <p:cNvSpPr/>
            <p:nvPr/>
          </p:nvSpPr>
          <p:spPr>
            <a:xfrm>
              <a:off x="1927110" y="71103"/>
              <a:ext cx="988031" cy="181522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秋田大学オリジナル</a:t>
              </a:r>
              <a:endPara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9064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B5512-A93A-6B0A-EE8B-B56E0F433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ADF00FFF-5672-D4A7-D620-7CE98888221C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877936A4-1A8C-BB39-81CA-EEB8495154E2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72E56F5D-4736-8892-9F2C-FD45ACB90B4E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B76D47E6-5009-D327-0A66-FE2FA6E462DB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495F4327-D759-E9F8-ECE5-8BFDEE1172AD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7B78C10D-215F-9FBA-C926-D463E81B77A8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7BE49C65-35FB-CCB8-3EF8-A7682257E5D4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BF4EF96B-A979-DBDB-838B-690F07AFC2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8AE70B54-09DF-0940-4AD7-13021B06A3DA}"/>
                </a:ext>
              </a:extLst>
            </p:cNvPr>
            <p:cNvSpPr/>
            <p:nvPr/>
          </p:nvSpPr>
          <p:spPr>
            <a:xfrm>
              <a:off x="1859247" y="88439"/>
              <a:ext cx="1153343" cy="438956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1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ありがとう</a:t>
              </a:r>
              <a:endParaRPr kumimoji="1" lang="ja-JP" altLang="en-US" sz="7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857DE5B7-BD2A-0FE2-72E4-3593114B38A0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1339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55DED-CAFD-3E98-07AB-448B24400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FDB7CA2F-1E3D-07DC-48B5-6FDB8A46CF35}"/>
              </a:ext>
            </a:extLst>
          </p:cNvPr>
          <p:cNvGrpSpPr/>
          <p:nvPr/>
        </p:nvGrpSpPr>
        <p:grpSpPr>
          <a:xfrm>
            <a:off x="-1" y="-5087"/>
            <a:ext cx="3095625" cy="1949775"/>
            <a:chOff x="-1" y="-5087"/>
            <a:chExt cx="3095625" cy="1949775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22EDC73F-1956-395D-55F3-2AA471C22835}"/>
                </a:ext>
              </a:extLst>
            </p:cNvPr>
            <p:cNvSpPr/>
            <p:nvPr/>
          </p:nvSpPr>
          <p:spPr>
            <a:xfrm>
              <a:off x="-1" y="-5087"/>
              <a:ext cx="3095625" cy="194977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4AF81FA0-9EF1-F3E5-8CFE-68209C71F9F5}"/>
                </a:ext>
              </a:extLst>
            </p:cNvPr>
            <p:cNvSpPr/>
            <p:nvPr/>
          </p:nvSpPr>
          <p:spPr>
            <a:xfrm>
              <a:off x="-1" y="0"/>
              <a:ext cx="3095625" cy="1944688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A163BE45-48CE-105B-903F-D6923EA3AC7F}"/>
                </a:ext>
              </a:extLst>
            </p:cNvPr>
            <p:cNvSpPr/>
            <p:nvPr/>
          </p:nvSpPr>
          <p:spPr>
            <a:xfrm>
              <a:off x="52384" y="86414"/>
              <a:ext cx="2990852" cy="1165609"/>
            </a:xfrm>
            <a:prstGeom prst="roundRect">
              <a:avLst>
                <a:gd name="adj" fmla="val 14805"/>
              </a:avLst>
            </a:prstGeom>
            <a:blipFill dpi="0" rotWithShape="1">
              <a:blip r:embed="rId2"/>
              <a:srcRect/>
              <a:stretch>
                <a:fillRect/>
              </a:stretch>
            </a:blipFill>
            <a:ln w="171450">
              <a:noFill/>
            </a:ln>
            <a:effectLst>
              <a:glow>
                <a:schemeClr val="bg1"/>
              </a:glow>
              <a:outerShdw dist="12700" sx="1000" sy="1000" algn="ctr" rotWithShape="0">
                <a:srgbClr val="000000"/>
              </a:outerShd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C4C601C7-22A4-EC5B-C791-20C5366C1341}"/>
                </a:ext>
              </a:extLst>
            </p:cNvPr>
            <p:cNvSpPr/>
            <p:nvPr/>
          </p:nvSpPr>
          <p:spPr>
            <a:xfrm>
              <a:off x="234235" y="250086"/>
              <a:ext cx="2627152" cy="843154"/>
            </a:xfrm>
            <a:prstGeom prst="roundRect">
              <a:avLst>
                <a:gd name="adj" fmla="val 13559"/>
              </a:avLst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本カードを破損・紛失された場合、または使用期限を過ぎた場合は、返礼品を</a:t>
              </a:r>
              <a:endPara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 ご提供できかねますので、あらかじめご了承くださいますようお願いいたします。</a:t>
              </a: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66BDA754-8E4B-C983-C8B8-FB4DF5267F46}"/>
                </a:ext>
              </a:extLst>
            </p:cNvPr>
            <p:cNvSpPr/>
            <p:nvPr/>
          </p:nvSpPr>
          <p:spPr>
            <a:xfrm>
              <a:off x="299236" y="559911"/>
              <a:ext cx="564212" cy="211760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PINCODE</a:t>
              </a: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5D1182F7-303E-2D75-32F3-E4AA5BB7ACCF}"/>
                </a:ext>
              </a:extLst>
            </p:cNvPr>
            <p:cNvSpPr/>
            <p:nvPr/>
          </p:nvSpPr>
          <p:spPr>
            <a:xfrm>
              <a:off x="216692" y="1346585"/>
              <a:ext cx="2662238" cy="302565"/>
            </a:xfrm>
            <a:prstGeom prst="roundRect">
              <a:avLst>
                <a:gd name="adj" fmla="val 17073"/>
              </a:avLst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[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返礼品に関するお問い合わせ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]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秋田大学総務企画部広報課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電話：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018-889-3266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　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e-mail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kikin@jimu.akita-u.ac.jp</a:t>
              </a:r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9F47755B-7939-1D7F-B1DE-9EB07E6A7B1F}"/>
                </a:ext>
              </a:extLst>
            </p:cNvPr>
            <p:cNvSpPr/>
            <p:nvPr/>
          </p:nvSpPr>
          <p:spPr>
            <a:xfrm>
              <a:off x="264474" y="1746083"/>
              <a:ext cx="2720550" cy="131546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「名刺代わりに」は、秋田大学発ベンチャー、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AUIC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が提供しています。</a:t>
              </a: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31545E15-01E3-2BA2-128E-1410CA07FD7B}"/>
                </a:ext>
              </a:extLst>
            </p:cNvPr>
            <p:cNvSpPr/>
            <p:nvPr/>
          </p:nvSpPr>
          <p:spPr>
            <a:xfrm>
              <a:off x="187535" y="287429"/>
              <a:ext cx="2720550" cy="164630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［使用期限：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2026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年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9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月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30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日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59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まで］</a:t>
              </a:r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C6E09740-961F-C902-DB45-733296A0B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649" y="1749035"/>
              <a:ext cx="111515" cy="1115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79832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A1459-17D9-85D9-9278-7F69276F6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93236DDD-285A-1337-CF8D-1B35141A82E0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58EFEBD6-CB78-C46E-D547-18068F67CDF9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23002933-6584-07DD-D17A-48B027D6B5B6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292F21E3-0AE7-575E-331A-5B71902D0775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1A6958F3-3E64-8F85-88E2-F63319564325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25B6132A-78E9-23AB-107E-2F21900B8BB3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6B83ABC1-2149-DA8C-5293-DA08407BBBF0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051305E7-5892-6A37-5A5C-78FEFA779A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165E1AFD-9F6E-3535-B2B8-A2758099B7D3}"/>
                </a:ext>
              </a:extLst>
            </p:cNvPr>
            <p:cNvSpPr/>
            <p:nvPr/>
          </p:nvSpPr>
          <p:spPr>
            <a:xfrm>
              <a:off x="1859247" y="88439"/>
              <a:ext cx="1153343" cy="438956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1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ありがとう</a:t>
              </a:r>
              <a:endParaRPr kumimoji="1" lang="ja-JP" altLang="en-US" sz="7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658DCB69-62DE-182A-0575-23354A778B21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B044A483-B940-EF71-8BB6-BCC42A5FB92A}"/>
              </a:ext>
            </a:extLst>
          </p:cNvPr>
          <p:cNvGrpSpPr/>
          <p:nvPr/>
        </p:nvGrpSpPr>
        <p:grpSpPr>
          <a:xfrm>
            <a:off x="1828650" y="499856"/>
            <a:ext cx="1240551" cy="1240551"/>
            <a:chOff x="1007265" y="2577396"/>
            <a:chExt cx="962823" cy="928507"/>
          </a:xfrm>
        </p:grpSpPr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520481E7-F3C9-B492-8922-8DCE34C93C2E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" name="図 10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859F6665-21AD-1841-2A0A-1AA3B00F3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676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1C294-36D8-96D5-EF00-B0FECC7C5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713A7771-48AF-D4CF-F408-74217F1D4303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8D7AA57F-EDA0-928A-F927-8D51F6170562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83B8F8C6-C104-F831-71FB-6689FEB4541B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D7DCB010-EA13-6191-11C9-BE0A535F7C28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E836896D-5EC4-773B-DAC8-1AEE9EC5FFFB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ED3E3F31-AAD3-8763-7C83-D77BE356FB5C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C59B615F-96E3-C9BE-BFC7-B6F84C20A8A3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63A67A38-8515-7C66-BC06-C4E869EB86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29F37AD2-F6D2-7086-D58C-2C0F66AC2968}"/>
                </a:ext>
              </a:extLst>
            </p:cNvPr>
            <p:cNvSpPr/>
            <p:nvPr/>
          </p:nvSpPr>
          <p:spPr>
            <a:xfrm>
              <a:off x="1859247" y="74670"/>
              <a:ext cx="1153343" cy="438956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2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感謝</a:t>
              </a:r>
              <a:endParaRPr kumimoji="1" lang="ja-JP" altLang="en-US" sz="105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855FEFFB-F560-2519-119F-C1952CE9FF96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F937E0FD-E446-6E33-CB7F-8A482BDB80B9}"/>
              </a:ext>
            </a:extLst>
          </p:cNvPr>
          <p:cNvGrpSpPr/>
          <p:nvPr/>
        </p:nvGrpSpPr>
        <p:grpSpPr>
          <a:xfrm>
            <a:off x="1828650" y="499856"/>
            <a:ext cx="1240551" cy="1240551"/>
            <a:chOff x="1007265" y="2577396"/>
            <a:chExt cx="962823" cy="928507"/>
          </a:xfrm>
        </p:grpSpPr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50908E15-4816-4F1D-1613-3A3FCC8102FE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" name="図 10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FBDF635C-DE33-AFEC-460A-88EEE2F5E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1041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8BECA-F1D9-A4C3-D825-4CB4EF26A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132AD60A-0486-CBF9-DC84-07978EBB6145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86E80F87-8D3F-7349-9C55-F6B30B15F863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7488DA70-6D55-3740-5B20-32F0AD260014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DC3A6E0B-A833-1312-B900-DF5850C21154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AC7521C1-F32E-6081-DE16-294E77792B09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CF3034ED-8E6E-719F-3C7A-E0111D5E9298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EAE31886-DB15-713D-990B-8561D3C57136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6D2DA936-0E6F-A593-B2D6-AACA1DB6D4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5F0BBB50-CD20-B7C3-95B5-5065AC632B9F}"/>
                </a:ext>
              </a:extLst>
            </p:cNvPr>
            <p:cNvSpPr/>
            <p:nvPr/>
          </p:nvSpPr>
          <p:spPr>
            <a:xfrm>
              <a:off x="1844455" y="255162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「学長煎餅」</a:t>
              </a:r>
              <a:endPara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72530542-B345-3932-EE45-6B72BA7CF745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36F016FF-019E-D392-9D11-2A8F1D16BFDB}"/>
                </a:ext>
              </a:extLst>
            </p:cNvPr>
            <p:cNvSpPr/>
            <p:nvPr/>
          </p:nvSpPr>
          <p:spPr>
            <a:xfrm>
              <a:off x="1927110" y="71103"/>
              <a:ext cx="988031" cy="181522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感謝</a:t>
              </a:r>
              <a:endPara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6738D94-E14F-632B-FE56-9A97C1BBFF98}"/>
              </a:ext>
            </a:extLst>
          </p:cNvPr>
          <p:cNvGrpSpPr/>
          <p:nvPr/>
        </p:nvGrpSpPr>
        <p:grpSpPr>
          <a:xfrm>
            <a:off x="1807449" y="499856"/>
            <a:ext cx="1240551" cy="1240551"/>
            <a:chOff x="1007265" y="2577396"/>
            <a:chExt cx="962823" cy="92850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97B789E8-8F75-E26E-D7EA-795307D39E72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B7E8663F-01B1-7900-E7E1-B1BCA8C02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1756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32B67-2104-CC64-72AB-009C219D7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E584D19E-A33E-1AE0-40C5-71F555C91F12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C4394BD5-4065-C5AE-FDE1-C7D7A1D2311D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C773B568-B3D6-FAF7-4278-03B65AA83324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8F57D301-21E5-5B8B-1793-663A0E25C55C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A356266D-B8E0-24F8-A58A-17BEA7001497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4432C75C-BC64-373F-4D11-ADDFA62EC4C7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882CCC63-3482-E9D7-914E-7C5251392B33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B796058B-89F0-9799-1E85-0E33B69AE4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8C970144-9609-3024-3E60-C1066BBC7D64}"/>
                </a:ext>
              </a:extLst>
            </p:cNvPr>
            <p:cNvSpPr/>
            <p:nvPr/>
          </p:nvSpPr>
          <p:spPr>
            <a:xfrm>
              <a:off x="1844455" y="255162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ありがとう</a:t>
              </a:r>
              <a:endPara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FEC586F6-793A-4C54-DA10-3B4A26BF0719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EFD014A6-A756-149E-E1CF-B1652474A8DD}"/>
                </a:ext>
              </a:extLst>
            </p:cNvPr>
            <p:cNvSpPr/>
            <p:nvPr/>
          </p:nvSpPr>
          <p:spPr>
            <a:xfrm>
              <a:off x="1927110" y="71103"/>
              <a:ext cx="988031" cy="181522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</a:t>
              </a:r>
              <a:endPara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C509106-D2CD-8961-4B07-A4C723F46777}"/>
              </a:ext>
            </a:extLst>
          </p:cNvPr>
          <p:cNvGrpSpPr/>
          <p:nvPr/>
        </p:nvGrpSpPr>
        <p:grpSpPr>
          <a:xfrm>
            <a:off x="1807449" y="499856"/>
            <a:ext cx="1240551" cy="1240551"/>
            <a:chOff x="1007265" y="2577396"/>
            <a:chExt cx="962823" cy="92850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C4A5E4F1-7C7C-6FA2-8A74-53EEB19C1658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D7E6DFBA-8BD9-FD59-E499-1D11269B7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924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A653B-04E0-E2E2-25A0-D91C10966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75937EED-8216-2D35-E244-F79703AAD8D4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29295FC5-B88E-A30E-96FF-E07E8E88C2EC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781F82F9-04CA-AAAF-7FEC-D7A406151DBF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0D7B60A6-089C-23DB-282C-7C6F57DD7190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5AB4B0D6-F7D7-3C35-8FD8-7158D01CDD1F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55C2F41B-6201-0327-290A-E2352348E99D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6937C94E-8C3A-1B86-1AC9-EF0C823F80F7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ED048F53-DB9A-AA12-85FD-5623AD2FBF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FFD932E7-5FA1-E6CC-02DE-65AFCC94697E}"/>
                </a:ext>
              </a:extLst>
            </p:cNvPr>
            <p:cNvSpPr/>
            <p:nvPr/>
          </p:nvSpPr>
          <p:spPr>
            <a:xfrm>
              <a:off x="1844455" y="255162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「学長煎餅」</a:t>
              </a:r>
              <a:endPara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81E24E20-B759-14A1-6BCC-26F5C435E652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E32BD934-0570-9CA3-F870-78B4B3E713CB}"/>
                </a:ext>
              </a:extLst>
            </p:cNvPr>
            <p:cNvSpPr/>
            <p:nvPr/>
          </p:nvSpPr>
          <p:spPr>
            <a:xfrm>
              <a:off x="1927110" y="71103"/>
              <a:ext cx="988031" cy="181522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感謝</a:t>
              </a:r>
              <a:endPara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F807BEB-5CDE-CD97-F08C-9157BBFA48B9}"/>
              </a:ext>
            </a:extLst>
          </p:cNvPr>
          <p:cNvGrpSpPr/>
          <p:nvPr/>
        </p:nvGrpSpPr>
        <p:grpSpPr>
          <a:xfrm>
            <a:off x="1807449" y="499856"/>
            <a:ext cx="1240551" cy="1240551"/>
            <a:chOff x="1007265" y="2577396"/>
            <a:chExt cx="962823" cy="92850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2D1E4182-C881-D271-4D40-1D0A68A9F26F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C8A9D3CB-55FD-1575-E734-AE49B7783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6453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ABE07-96BB-46B5-5329-85642C17A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B8EE4906-EE19-3ADC-67C3-D083481F9DBE}"/>
              </a:ext>
            </a:extLst>
          </p:cNvPr>
          <p:cNvGrpSpPr/>
          <p:nvPr/>
        </p:nvGrpSpPr>
        <p:grpSpPr>
          <a:xfrm>
            <a:off x="-1" y="-5087"/>
            <a:ext cx="3095625" cy="1949775"/>
            <a:chOff x="-1" y="-5087"/>
            <a:chExt cx="3095625" cy="1949775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4824347D-FA63-4DAD-69E1-52A6A7450AA4}"/>
                </a:ext>
              </a:extLst>
            </p:cNvPr>
            <p:cNvSpPr/>
            <p:nvPr/>
          </p:nvSpPr>
          <p:spPr>
            <a:xfrm>
              <a:off x="-1" y="-5087"/>
              <a:ext cx="3095625" cy="194977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8FDC3283-0260-139C-7F12-D289E62F3324}"/>
                </a:ext>
              </a:extLst>
            </p:cNvPr>
            <p:cNvSpPr/>
            <p:nvPr/>
          </p:nvSpPr>
          <p:spPr>
            <a:xfrm>
              <a:off x="-1" y="0"/>
              <a:ext cx="3095625" cy="1944688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AE2E32DA-A837-52C7-4FBC-051F0A494453}"/>
                </a:ext>
              </a:extLst>
            </p:cNvPr>
            <p:cNvSpPr/>
            <p:nvPr/>
          </p:nvSpPr>
          <p:spPr>
            <a:xfrm>
              <a:off x="52384" y="86414"/>
              <a:ext cx="2990852" cy="1165609"/>
            </a:xfrm>
            <a:prstGeom prst="roundRect">
              <a:avLst>
                <a:gd name="adj" fmla="val 14805"/>
              </a:avLst>
            </a:prstGeom>
            <a:blipFill dpi="0" rotWithShape="1">
              <a:blip r:embed="rId2"/>
              <a:srcRect/>
              <a:stretch>
                <a:fillRect/>
              </a:stretch>
            </a:blipFill>
            <a:ln w="171450">
              <a:noFill/>
            </a:ln>
            <a:effectLst>
              <a:glow>
                <a:schemeClr val="bg1"/>
              </a:glow>
              <a:outerShdw dist="12700" sx="1000" sy="1000" algn="ctr" rotWithShape="0">
                <a:srgbClr val="000000"/>
              </a:outerShd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1F2278CB-99A3-A410-B698-68E2913638A7}"/>
                </a:ext>
              </a:extLst>
            </p:cNvPr>
            <p:cNvSpPr/>
            <p:nvPr/>
          </p:nvSpPr>
          <p:spPr>
            <a:xfrm>
              <a:off x="234235" y="250086"/>
              <a:ext cx="2627152" cy="843154"/>
            </a:xfrm>
            <a:prstGeom prst="roundRect">
              <a:avLst>
                <a:gd name="adj" fmla="val 13559"/>
              </a:avLst>
            </a:prstGeom>
            <a:solidFill>
              <a:schemeClr val="bg1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本カードを破損・紛失された場合、または使用期限を過ぎた場合は、返礼品を</a:t>
              </a:r>
              <a:endPara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  <a:p>
              <a:pPr algn="ctr"/>
              <a:r>
                <a:rPr kumimoji="1" lang="ja-JP" altLang="en-US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 ご提供できかねますので、あらかじめご了承くださいますようお願いいたします。</a:t>
              </a: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50CC87DF-8168-7E73-1A6D-9BE074DF9F62}"/>
                </a:ext>
              </a:extLst>
            </p:cNvPr>
            <p:cNvSpPr/>
            <p:nvPr/>
          </p:nvSpPr>
          <p:spPr>
            <a:xfrm>
              <a:off x="299236" y="559911"/>
              <a:ext cx="564212" cy="211760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PINCODE</a:t>
              </a: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BC002E06-35BD-AC33-692A-B0B83574D53F}"/>
                </a:ext>
              </a:extLst>
            </p:cNvPr>
            <p:cNvSpPr/>
            <p:nvPr/>
          </p:nvSpPr>
          <p:spPr>
            <a:xfrm>
              <a:off x="216692" y="1346585"/>
              <a:ext cx="2662238" cy="302565"/>
            </a:xfrm>
            <a:prstGeom prst="roundRect">
              <a:avLst>
                <a:gd name="adj" fmla="val 17073"/>
              </a:avLst>
            </a:prstGeom>
            <a:noFill/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[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返礼品に関するお問い合わせ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]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秋田大学総務企画部広報課</a:t>
              </a:r>
            </a:p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電話：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018-889-3266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　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e-mail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kikin@jimu.akita-u.ac.jp</a:t>
              </a:r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DF1DF99B-5038-92A9-68F9-B77E53F25226}"/>
                </a:ext>
              </a:extLst>
            </p:cNvPr>
            <p:cNvSpPr/>
            <p:nvPr/>
          </p:nvSpPr>
          <p:spPr>
            <a:xfrm>
              <a:off x="264474" y="1746083"/>
              <a:ext cx="2720550" cy="131546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「名刺代わりに」は、秋田大学発ベンチャー、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AUIC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が提供しています。</a:t>
              </a:r>
              <a:endPara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25" name="四角形: 角を丸くする 24">
              <a:extLst>
                <a:ext uri="{FF2B5EF4-FFF2-40B4-BE49-F238E27FC236}">
                  <a16:creationId xmlns:a16="http://schemas.microsoft.com/office/drawing/2014/main" id="{65BEC49D-DECB-15AB-FFEC-BB4B065BE6DF}"/>
                </a:ext>
              </a:extLst>
            </p:cNvPr>
            <p:cNvSpPr/>
            <p:nvPr/>
          </p:nvSpPr>
          <p:spPr>
            <a:xfrm>
              <a:off x="187535" y="287429"/>
              <a:ext cx="2720550" cy="164630"/>
            </a:xfrm>
            <a:prstGeom prst="roundRect">
              <a:avLst>
                <a:gd name="adj" fmla="val 17073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［使用期限：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2026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年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9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月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30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 日 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23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：</a:t>
              </a:r>
              <a:r>
                <a:rPr kumimoji="1" lang="en-US" altLang="ja-JP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59</a:t>
              </a:r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まで］</a:t>
              </a:r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BB4488A3-6763-30EF-524B-DC459B52E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649" y="1749035"/>
              <a:ext cx="111515" cy="1115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2823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1206</TotalTime>
  <Words>402</Words>
  <Application>Microsoft Office PowerPoint</Application>
  <PresentationFormat>ユーザー設定</PresentationFormat>
  <Paragraphs>46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7" baseType="lpstr">
      <vt:lpstr>UD デジタル 教科書体 NP-R</vt:lpstr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伊藤　悠大</dc:creator>
  <cp:lastModifiedBy>yudai itou</cp:lastModifiedBy>
  <cp:revision>126</cp:revision>
  <cp:lastPrinted>2026-03-13T07:33:14Z</cp:lastPrinted>
  <dcterms:created xsi:type="dcterms:W3CDTF">2026-01-29T04:40:41Z</dcterms:created>
  <dcterms:modified xsi:type="dcterms:W3CDTF">2026-03-17T05:29:51Z</dcterms:modified>
</cp:coreProperties>
</file>