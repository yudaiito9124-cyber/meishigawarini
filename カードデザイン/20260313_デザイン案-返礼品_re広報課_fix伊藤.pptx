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sldIdLst>
    <p:sldId id="281" r:id="rId2"/>
    <p:sldId id="282" r:id="rId3"/>
    <p:sldId id="283" r:id="rId4"/>
    <p:sldId id="284" r:id="rId5"/>
  </p:sldIdLst>
  <p:sldSz cx="3095625" cy="1944688"/>
  <p:notesSz cx="6807200" cy="99393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pos="9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E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36" autoAdjust="0"/>
    <p:restoredTop sz="94660"/>
  </p:normalViewPr>
  <p:slideViewPr>
    <p:cSldViewPr snapToGrid="0">
      <p:cViewPr>
        <p:scale>
          <a:sx n="200" d="100"/>
          <a:sy n="200" d="100"/>
        </p:scale>
        <p:origin x="1890" y="1176"/>
      </p:cViewPr>
      <p:guideLst>
        <p:guide orient="horz" pos="612"/>
        <p:guide pos="9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3" y="3"/>
            <a:ext cx="2950100" cy="497754"/>
          </a:xfrm>
          <a:prstGeom prst="rect">
            <a:avLst/>
          </a:prstGeom>
        </p:spPr>
        <p:txBody>
          <a:bodyPr vert="horz" lIns="90569" tIns="45285" rIns="90569" bIns="4528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534" y="3"/>
            <a:ext cx="2950100" cy="497754"/>
          </a:xfrm>
          <a:prstGeom prst="rect">
            <a:avLst/>
          </a:prstGeom>
        </p:spPr>
        <p:txBody>
          <a:bodyPr vert="horz" lIns="90569" tIns="45285" rIns="90569" bIns="45285" rtlCol="0"/>
          <a:lstStyle>
            <a:lvl1pPr algn="r">
              <a:defRPr sz="1200"/>
            </a:lvl1pPr>
          </a:lstStyle>
          <a:p>
            <a:fld id="{DFB49DE1-FB4B-4CFB-9A42-CC282F575BDD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243013"/>
            <a:ext cx="53371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69" tIns="45285" rIns="90569" bIns="4528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1037" y="4783799"/>
            <a:ext cx="5445132" cy="3912728"/>
          </a:xfrm>
          <a:prstGeom prst="rect">
            <a:avLst/>
          </a:prstGeom>
        </p:spPr>
        <p:txBody>
          <a:bodyPr vert="horz" lIns="90569" tIns="45285" rIns="90569" bIns="4528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3" y="9441587"/>
            <a:ext cx="2950100" cy="497754"/>
          </a:xfrm>
          <a:prstGeom prst="rect">
            <a:avLst/>
          </a:prstGeom>
        </p:spPr>
        <p:txBody>
          <a:bodyPr vert="horz" lIns="90569" tIns="45285" rIns="90569" bIns="4528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534" y="9441587"/>
            <a:ext cx="2950100" cy="497754"/>
          </a:xfrm>
          <a:prstGeom prst="rect">
            <a:avLst/>
          </a:prstGeom>
        </p:spPr>
        <p:txBody>
          <a:bodyPr vert="horz" lIns="90569" tIns="45285" rIns="90569" bIns="45285" rtlCol="0" anchor="b"/>
          <a:lstStyle>
            <a:lvl1pPr algn="r">
              <a:defRPr sz="1200"/>
            </a:lvl1pPr>
          </a:lstStyle>
          <a:p>
            <a:fld id="{C86A7DC6-4F49-4B31-B557-9BBC3851C1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0526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1pPr>
    <a:lvl2pPr marL="120929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2pPr>
    <a:lvl3pPr marL="241859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3pPr>
    <a:lvl4pPr marL="362788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4pPr>
    <a:lvl5pPr marL="483718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5pPr>
    <a:lvl6pPr marL="604647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6pPr>
    <a:lvl7pPr marL="725576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7pPr>
    <a:lvl8pPr marL="846506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8pPr>
    <a:lvl9pPr marL="967435" algn="l" defTabSz="241859" rtl="0" eaLnBrk="1" latinLnBrk="0" hangingPunct="1">
      <a:defRPr kumimoji="1" sz="31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6953" y="318263"/>
            <a:ext cx="2321719" cy="677040"/>
          </a:xfrm>
        </p:spPr>
        <p:txBody>
          <a:bodyPr anchor="b"/>
          <a:lstStyle>
            <a:lvl1pPr algn="ctr">
              <a:defRPr sz="152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6953" y="1021411"/>
            <a:ext cx="2321719" cy="469516"/>
          </a:xfrm>
        </p:spPr>
        <p:txBody>
          <a:bodyPr/>
          <a:lstStyle>
            <a:lvl1pPr marL="0" indent="0" algn="ctr">
              <a:buNone/>
              <a:defRPr sz="609"/>
            </a:lvl1pPr>
            <a:lvl2pPr marL="116083" indent="0" algn="ctr">
              <a:buNone/>
              <a:defRPr sz="508"/>
            </a:lvl2pPr>
            <a:lvl3pPr marL="232166" indent="0" algn="ctr">
              <a:buNone/>
              <a:defRPr sz="457"/>
            </a:lvl3pPr>
            <a:lvl4pPr marL="348249" indent="0" algn="ctr">
              <a:buNone/>
              <a:defRPr sz="406"/>
            </a:lvl4pPr>
            <a:lvl5pPr marL="464332" indent="0" algn="ctr">
              <a:buNone/>
              <a:defRPr sz="406"/>
            </a:lvl5pPr>
            <a:lvl6pPr marL="580415" indent="0" algn="ctr">
              <a:buNone/>
              <a:defRPr sz="406"/>
            </a:lvl6pPr>
            <a:lvl7pPr marL="696498" indent="0" algn="ctr">
              <a:buNone/>
              <a:defRPr sz="406"/>
            </a:lvl7pPr>
            <a:lvl8pPr marL="812582" indent="0" algn="ctr">
              <a:buNone/>
              <a:defRPr sz="406"/>
            </a:lvl8pPr>
            <a:lvl9pPr marL="928665" indent="0" algn="ctr">
              <a:buNone/>
              <a:defRPr sz="406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5316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5741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212" y="484822"/>
            <a:ext cx="2669977" cy="808936"/>
          </a:xfrm>
        </p:spPr>
        <p:txBody>
          <a:bodyPr anchor="b"/>
          <a:lstStyle>
            <a:lvl1pPr>
              <a:defRPr sz="152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1212" y="1301411"/>
            <a:ext cx="2669977" cy="425400"/>
          </a:xfrm>
        </p:spPr>
        <p:txBody>
          <a:bodyPr/>
          <a:lstStyle>
            <a:lvl1pPr marL="0" indent="0">
              <a:buNone/>
              <a:defRPr sz="609">
                <a:solidFill>
                  <a:schemeClr val="tx1">
                    <a:tint val="82000"/>
                  </a:schemeClr>
                </a:solidFill>
              </a:defRPr>
            </a:lvl1pPr>
            <a:lvl2pPr marL="116083" indent="0">
              <a:buNone/>
              <a:defRPr sz="508">
                <a:solidFill>
                  <a:schemeClr val="tx1">
                    <a:tint val="82000"/>
                  </a:schemeClr>
                </a:solidFill>
              </a:defRPr>
            </a:lvl2pPr>
            <a:lvl3pPr marL="232166" indent="0">
              <a:buNone/>
              <a:defRPr sz="457">
                <a:solidFill>
                  <a:schemeClr val="tx1">
                    <a:tint val="82000"/>
                  </a:schemeClr>
                </a:solidFill>
              </a:defRPr>
            </a:lvl3pPr>
            <a:lvl4pPr marL="348249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4pPr>
            <a:lvl5pPr marL="464332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5pPr>
            <a:lvl6pPr marL="580415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6pPr>
            <a:lvl7pPr marL="696498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7pPr>
            <a:lvl8pPr marL="812582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8pPr>
            <a:lvl9pPr marL="928665" indent="0">
              <a:buNone/>
              <a:defRPr sz="40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7199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2824" y="517683"/>
            <a:ext cx="1315641" cy="123388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7160" y="517683"/>
            <a:ext cx="1315641" cy="123388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9130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27" y="103537"/>
            <a:ext cx="2669977" cy="37588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228" y="476719"/>
            <a:ext cx="1309594" cy="233633"/>
          </a:xfrm>
        </p:spPr>
        <p:txBody>
          <a:bodyPr anchor="b"/>
          <a:lstStyle>
            <a:lvl1pPr marL="0" indent="0">
              <a:buNone/>
              <a:defRPr sz="609" b="1"/>
            </a:lvl1pPr>
            <a:lvl2pPr marL="116083" indent="0">
              <a:buNone/>
              <a:defRPr sz="508" b="1"/>
            </a:lvl2pPr>
            <a:lvl3pPr marL="232166" indent="0">
              <a:buNone/>
              <a:defRPr sz="457" b="1"/>
            </a:lvl3pPr>
            <a:lvl4pPr marL="348249" indent="0">
              <a:buNone/>
              <a:defRPr sz="406" b="1"/>
            </a:lvl4pPr>
            <a:lvl5pPr marL="464332" indent="0">
              <a:buNone/>
              <a:defRPr sz="406" b="1"/>
            </a:lvl5pPr>
            <a:lvl6pPr marL="580415" indent="0">
              <a:buNone/>
              <a:defRPr sz="406" b="1"/>
            </a:lvl6pPr>
            <a:lvl7pPr marL="696498" indent="0">
              <a:buNone/>
              <a:defRPr sz="406" b="1"/>
            </a:lvl7pPr>
            <a:lvl8pPr marL="812582" indent="0">
              <a:buNone/>
              <a:defRPr sz="406" b="1"/>
            </a:lvl8pPr>
            <a:lvl9pPr marL="928665" indent="0">
              <a:buNone/>
              <a:defRPr sz="40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3228" y="710351"/>
            <a:ext cx="1309594" cy="104482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67160" y="476719"/>
            <a:ext cx="1316044" cy="233633"/>
          </a:xfrm>
        </p:spPr>
        <p:txBody>
          <a:bodyPr anchor="b"/>
          <a:lstStyle>
            <a:lvl1pPr marL="0" indent="0">
              <a:buNone/>
              <a:defRPr sz="609" b="1"/>
            </a:lvl1pPr>
            <a:lvl2pPr marL="116083" indent="0">
              <a:buNone/>
              <a:defRPr sz="508" b="1"/>
            </a:lvl2pPr>
            <a:lvl3pPr marL="232166" indent="0">
              <a:buNone/>
              <a:defRPr sz="457" b="1"/>
            </a:lvl3pPr>
            <a:lvl4pPr marL="348249" indent="0">
              <a:buNone/>
              <a:defRPr sz="406" b="1"/>
            </a:lvl4pPr>
            <a:lvl5pPr marL="464332" indent="0">
              <a:buNone/>
              <a:defRPr sz="406" b="1"/>
            </a:lvl5pPr>
            <a:lvl6pPr marL="580415" indent="0">
              <a:buNone/>
              <a:defRPr sz="406" b="1"/>
            </a:lvl6pPr>
            <a:lvl7pPr marL="696498" indent="0">
              <a:buNone/>
              <a:defRPr sz="406" b="1"/>
            </a:lvl7pPr>
            <a:lvl8pPr marL="812582" indent="0">
              <a:buNone/>
              <a:defRPr sz="406" b="1"/>
            </a:lvl8pPr>
            <a:lvl9pPr marL="928665" indent="0">
              <a:buNone/>
              <a:defRPr sz="40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67160" y="710351"/>
            <a:ext cx="1316044" cy="104482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6131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1844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8622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27" y="129646"/>
            <a:ext cx="998420" cy="453761"/>
          </a:xfrm>
        </p:spPr>
        <p:txBody>
          <a:bodyPr anchor="b"/>
          <a:lstStyle>
            <a:lvl1pPr>
              <a:defRPr sz="81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6044" y="279999"/>
            <a:ext cx="1567160" cy="1381989"/>
          </a:xfrm>
        </p:spPr>
        <p:txBody>
          <a:bodyPr/>
          <a:lstStyle>
            <a:lvl1pPr>
              <a:defRPr sz="812"/>
            </a:lvl1pPr>
            <a:lvl2pPr>
              <a:defRPr sz="711"/>
            </a:lvl2pPr>
            <a:lvl3pPr>
              <a:defRPr sz="609"/>
            </a:lvl3pPr>
            <a:lvl4pPr>
              <a:defRPr sz="508"/>
            </a:lvl4pPr>
            <a:lvl5pPr>
              <a:defRPr sz="508"/>
            </a:lvl5pPr>
            <a:lvl6pPr>
              <a:defRPr sz="508"/>
            </a:lvl6pPr>
            <a:lvl7pPr>
              <a:defRPr sz="508"/>
            </a:lvl7pPr>
            <a:lvl8pPr>
              <a:defRPr sz="508"/>
            </a:lvl8pPr>
            <a:lvl9pPr>
              <a:defRPr sz="508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3227" y="583406"/>
            <a:ext cx="998420" cy="1080833"/>
          </a:xfrm>
        </p:spPr>
        <p:txBody>
          <a:bodyPr/>
          <a:lstStyle>
            <a:lvl1pPr marL="0" indent="0">
              <a:buNone/>
              <a:defRPr sz="406"/>
            </a:lvl1pPr>
            <a:lvl2pPr marL="116083" indent="0">
              <a:buNone/>
              <a:defRPr sz="355"/>
            </a:lvl2pPr>
            <a:lvl3pPr marL="232166" indent="0">
              <a:buNone/>
              <a:defRPr sz="305"/>
            </a:lvl3pPr>
            <a:lvl4pPr marL="348249" indent="0">
              <a:buNone/>
              <a:defRPr sz="254"/>
            </a:lvl4pPr>
            <a:lvl5pPr marL="464332" indent="0">
              <a:buNone/>
              <a:defRPr sz="254"/>
            </a:lvl5pPr>
            <a:lvl6pPr marL="580415" indent="0">
              <a:buNone/>
              <a:defRPr sz="254"/>
            </a:lvl6pPr>
            <a:lvl7pPr marL="696498" indent="0">
              <a:buNone/>
              <a:defRPr sz="254"/>
            </a:lvl7pPr>
            <a:lvl8pPr marL="812582" indent="0">
              <a:buNone/>
              <a:defRPr sz="254"/>
            </a:lvl8pPr>
            <a:lvl9pPr marL="928665" indent="0">
              <a:buNone/>
              <a:defRPr sz="2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1036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27" y="129646"/>
            <a:ext cx="998420" cy="453761"/>
          </a:xfrm>
        </p:spPr>
        <p:txBody>
          <a:bodyPr anchor="b"/>
          <a:lstStyle>
            <a:lvl1pPr>
              <a:defRPr sz="81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16044" y="279999"/>
            <a:ext cx="1567160" cy="1381989"/>
          </a:xfrm>
        </p:spPr>
        <p:txBody>
          <a:bodyPr anchor="t"/>
          <a:lstStyle>
            <a:lvl1pPr marL="0" indent="0">
              <a:buNone/>
              <a:defRPr sz="812"/>
            </a:lvl1pPr>
            <a:lvl2pPr marL="116083" indent="0">
              <a:buNone/>
              <a:defRPr sz="711"/>
            </a:lvl2pPr>
            <a:lvl3pPr marL="232166" indent="0">
              <a:buNone/>
              <a:defRPr sz="609"/>
            </a:lvl3pPr>
            <a:lvl4pPr marL="348249" indent="0">
              <a:buNone/>
              <a:defRPr sz="508"/>
            </a:lvl4pPr>
            <a:lvl5pPr marL="464332" indent="0">
              <a:buNone/>
              <a:defRPr sz="508"/>
            </a:lvl5pPr>
            <a:lvl6pPr marL="580415" indent="0">
              <a:buNone/>
              <a:defRPr sz="508"/>
            </a:lvl6pPr>
            <a:lvl7pPr marL="696498" indent="0">
              <a:buNone/>
              <a:defRPr sz="508"/>
            </a:lvl7pPr>
            <a:lvl8pPr marL="812582" indent="0">
              <a:buNone/>
              <a:defRPr sz="508"/>
            </a:lvl8pPr>
            <a:lvl9pPr marL="928665" indent="0">
              <a:buNone/>
              <a:defRPr sz="508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3227" y="583406"/>
            <a:ext cx="998420" cy="1080833"/>
          </a:xfrm>
        </p:spPr>
        <p:txBody>
          <a:bodyPr/>
          <a:lstStyle>
            <a:lvl1pPr marL="0" indent="0">
              <a:buNone/>
              <a:defRPr sz="406"/>
            </a:lvl1pPr>
            <a:lvl2pPr marL="116083" indent="0">
              <a:buNone/>
              <a:defRPr sz="355"/>
            </a:lvl2pPr>
            <a:lvl3pPr marL="232166" indent="0">
              <a:buNone/>
              <a:defRPr sz="305"/>
            </a:lvl3pPr>
            <a:lvl4pPr marL="348249" indent="0">
              <a:buNone/>
              <a:defRPr sz="254"/>
            </a:lvl4pPr>
            <a:lvl5pPr marL="464332" indent="0">
              <a:buNone/>
              <a:defRPr sz="254"/>
            </a:lvl5pPr>
            <a:lvl6pPr marL="580415" indent="0">
              <a:buNone/>
              <a:defRPr sz="254"/>
            </a:lvl6pPr>
            <a:lvl7pPr marL="696498" indent="0">
              <a:buNone/>
              <a:defRPr sz="254"/>
            </a:lvl7pPr>
            <a:lvl8pPr marL="812582" indent="0">
              <a:buNone/>
              <a:defRPr sz="254"/>
            </a:lvl8pPr>
            <a:lvl9pPr marL="928665" indent="0">
              <a:buNone/>
              <a:defRPr sz="2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7761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3069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15307" y="103537"/>
            <a:ext cx="667494" cy="164803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2824" y="103537"/>
            <a:ext cx="1963787" cy="164803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1244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2824" y="103537"/>
            <a:ext cx="2669977" cy="37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2824" y="517683"/>
            <a:ext cx="2669977" cy="12338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2824" y="1802438"/>
            <a:ext cx="696516" cy="1035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C943AC-2B44-49B1-8BF7-A9628131A8B9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25426" y="1802438"/>
            <a:ext cx="1044773" cy="1035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86285" y="1802438"/>
            <a:ext cx="696516" cy="1035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3701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32166" rtl="0" eaLnBrk="1" latinLnBrk="0" hangingPunct="1">
        <a:lnSpc>
          <a:spcPct val="90000"/>
        </a:lnSpc>
        <a:spcBef>
          <a:spcPct val="0"/>
        </a:spcBef>
        <a:buNone/>
        <a:defRPr kumimoji="1" sz="11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042" indent="-58042" algn="l" defTabSz="232166" rtl="0" eaLnBrk="1" latinLnBrk="0" hangingPunct="1">
        <a:lnSpc>
          <a:spcPct val="90000"/>
        </a:lnSpc>
        <a:spcBef>
          <a:spcPts val="254"/>
        </a:spcBef>
        <a:buFont typeface="Arial" panose="020B0604020202020204" pitchFamily="34" charset="0"/>
        <a:buChar char="•"/>
        <a:defRPr kumimoji="1" sz="711" kern="1200">
          <a:solidFill>
            <a:schemeClr val="tx1"/>
          </a:solidFill>
          <a:latin typeface="+mn-lt"/>
          <a:ea typeface="+mn-ea"/>
          <a:cs typeface="+mn-cs"/>
        </a:defRPr>
      </a:lvl1pPr>
      <a:lvl2pPr marL="174125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609" kern="1200">
          <a:solidFill>
            <a:schemeClr val="tx1"/>
          </a:solidFill>
          <a:latin typeface="+mn-lt"/>
          <a:ea typeface="+mn-ea"/>
          <a:cs typeface="+mn-cs"/>
        </a:defRPr>
      </a:lvl2pPr>
      <a:lvl3pPr marL="290208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508" kern="1200">
          <a:solidFill>
            <a:schemeClr val="tx1"/>
          </a:solidFill>
          <a:latin typeface="+mn-lt"/>
          <a:ea typeface="+mn-ea"/>
          <a:cs typeface="+mn-cs"/>
        </a:defRPr>
      </a:lvl3pPr>
      <a:lvl4pPr marL="406291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4pPr>
      <a:lvl5pPr marL="522374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5pPr>
      <a:lvl6pPr marL="638457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6pPr>
      <a:lvl7pPr marL="754540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7pPr>
      <a:lvl8pPr marL="870623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8pPr>
      <a:lvl9pPr marL="986706" indent="-58042" algn="l" defTabSz="232166" rtl="0" eaLnBrk="1" latinLnBrk="0" hangingPunct="1">
        <a:lnSpc>
          <a:spcPct val="90000"/>
        </a:lnSpc>
        <a:spcBef>
          <a:spcPts val="127"/>
        </a:spcBef>
        <a:buFont typeface="Arial" panose="020B0604020202020204" pitchFamily="34" charset="0"/>
        <a:buChar char="•"/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1pPr>
      <a:lvl2pPr marL="116083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2pPr>
      <a:lvl3pPr marL="232166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3pPr>
      <a:lvl4pPr marL="348249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4pPr>
      <a:lvl5pPr marL="464332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5pPr>
      <a:lvl6pPr marL="580415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6pPr>
      <a:lvl7pPr marL="696498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7pPr>
      <a:lvl8pPr marL="812582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8pPr>
      <a:lvl9pPr marL="928665" algn="l" defTabSz="232166" rtl="0" eaLnBrk="1" latinLnBrk="0" hangingPunct="1">
        <a:defRPr kumimoji="1" sz="45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638B8-8D7D-B972-AE94-748C27834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0C2C9DC7-2686-13B9-FB76-3634492DC36B}"/>
              </a:ext>
            </a:extLst>
          </p:cNvPr>
          <p:cNvSpPr/>
          <p:nvPr/>
        </p:nvSpPr>
        <p:spPr>
          <a:xfrm>
            <a:off x="-1" y="0"/>
            <a:ext cx="3095625" cy="1944687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48DEEB54-78CB-630F-C70B-4D6F8753FB08}"/>
              </a:ext>
            </a:extLst>
          </p:cNvPr>
          <p:cNvGrpSpPr/>
          <p:nvPr/>
        </p:nvGrpSpPr>
        <p:grpSpPr>
          <a:xfrm>
            <a:off x="0" y="35061"/>
            <a:ext cx="1781026" cy="1781656"/>
            <a:chOff x="4761" y="0"/>
            <a:chExt cx="1944000" cy="1944687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10CF7447-3D66-B339-9A11-3116EF689A6A}"/>
                </a:ext>
              </a:extLst>
            </p:cNvPr>
            <p:cNvSpPr/>
            <p:nvPr/>
          </p:nvSpPr>
          <p:spPr>
            <a:xfrm>
              <a:off x="4761" y="0"/>
              <a:ext cx="1944000" cy="1944687"/>
            </a:xfrm>
            <a:prstGeom prst="roundRect">
              <a:avLst>
                <a:gd name="adj" fmla="val 8828"/>
              </a:avLst>
            </a:prstGeom>
            <a:blipFill>
              <a:blip r:embed="rId2"/>
              <a:stretch>
                <a:fillRect/>
              </a:stretch>
            </a:blipFill>
            <a:ln w="171450">
              <a:noFill/>
            </a:ln>
            <a:effectLst>
              <a:glow>
                <a:schemeClr val="bg1"/>
              </a:glow>
              <a:outerShdw dist="12700" sx="1000" sy="1000" algn="ctr" rotWithShape="0">
                <a:srgbClr val="000000"/>
              </a:outerShdw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DE24A179-1F2A-C1D7-05E1-9BB072EB57AC}"/>
                </a:ext>
              </a:extLst>
            </p:cNvPr>
            <p:cNvGrpSpPr/>
            <p:nvPr/>
          </p:nvGrpSpPr>
          <p:grpSpPr>
            <a:xfrm>
              <a:off x="311866" y="138682"/>
              <a:ext cx="1329789" cy="1662236"/>
              <a:chOff x="324896" y="199586"/>
              <a:chExt cx="1294896" cy="1618620"/>
            </a:xfrm>
          </p:grpSpPr>
          <p:sp>
            <p:nvSpPr>
              <p:cNvPr id="14" name="四角形: 角を丸くする 13">
                <a:extLst>
                  <a:ext uri="{FF2B5EF4-FFF2-40B4-BE49-F238E27FC236}">
                    <a16:creationId xmlns:a16="http://schemas.microsoft.com/office/drawing/2014/main" id="{A9AE4136-B913-76E7-47D4-852AFC169F57}"/>
                  </a:ext>
                </a:extLst>
              </p:cNvPr>
              <p:cNvSpPr/>
              <p:nvPr/>
            </p:nvSpPr>
            <p:spPr>
              <a:xfrm>
                <a:off x="324896" y="199586"/>
                <a:ext cx="1294896" cy="1618620"/>
              </a:xfrm>
              <a:prstGeom prst="roundRect">
                <a:avLst>
                  <a:gd name="adj" fmla="val 17073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1" name="図 20" descr="ロゴ が含まれている画像&#10;&#10;AI 生成コンテンツは誤りを含む可能性があります。">
                <a:extLst>
                  <a:ext uri="{FF2B5EF4-FFF2-40B4-BE49-F238E27FC236}">
                    <a16:creationId xmlns:a16="http://schemas.microsoft.com/office/drawing/2014/main" id="{569C78D8-0EB3-537C-BA17-814D82690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25" t="9650" r="4370" b="12728"/>
              <a:stretch>
                <a:fillRect/>
              </a:stretch>
            </p:blipFill>
            <p:spPr>
              <a:xfrm>
                <a:off x="471089" y="268171"/>
                <a:ext cx="1002507" cy="282809"/>
              </a:xfrm>
              <a:prstGeom prst="rect">
                <a:avLst/>
              </a:prstGeom>
            </p:spPr>
          </p:pic>
        </p:grpSp>
      </p:grp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75B1F69A-74E7-82D8-6EF7-6B1DD5128252}"/>
              </a:ext>
            </a:extLst>
          </p:cNvPr>
          <p:cNvSpPr/>
          <p:nvPr/>
        </p:nvSpPr>
        <p:spPr>
          <a:xfrm>
            <a:off x="1742485" y="334219"/>
            <a:ext cx="1354878" cy="215018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「学長煎餅」</a:t>
            </a:r>
            <a:endParaRPr kumimoji="1" lang="ja-JP" altLang="en-US" sz="8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770D425-D97D-816A-9865-D314F2621123}"/>
              </a:ext>
            </a:extLst>
          </p:cNvPr>
          <p:cNvSpPr/>
          <p:nvPr/>
        </p:nvSpPr>
        <p:spPr>
          <a:xfrm>
            <a:off x="-11724" y="-5087"/>
            <a:ext cx="3095625" cy="194977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428A9B9-9DA8-6BFD-08C4-D55F28E42CA0}"/>
              </a:ext>
            </a:extLst>
          </p:cNvPr>
          <p:cNvSpPr/>
          <p:nvPr/>
        </p:nvSpPr>
        <p:spPr>
          <a:xfrm>
            <a:off x="215106" y="1793006"/>
            <a:ext cx="2654348" cy="121019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rPr>
              <a:t>とけない、われない、かさばらない！　カードで送る新習慣＠名刺代わりに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F245AB2-EEFC-E284-5AE8-75133D5967C5}"/>
              </a:ext>
            </a:extLst>
          </p:cNvPr>
          <p:cNvGrpSpPr/>
          <p:nvPr/>
        </p:nvGrpSpPr>
        <p:grpSpPr>
          <a:xfrm>
            <a:off x="1857899" y="638294"/>
            <a:ext cx="1124050" cy="1124050"/>
            <a:chOff x="1007265" y="2577396"/>
            <a:chExt cx="962823" cy="928507"/>
          </a:xfrm>
        </p:grpSpPr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2C0293F5-25A2-BAAD-C36A-F8BD7527D984}"/>
                </a:ext>
              </a:extLst>
            </p:cNvPr>
            <p:cNvSpPr/>
            <p:nvPr/>
          </p:nvSpPr>
          <p:spPr>
            <a:xfrm>
              <a:off x="1007265" y="2577396"/>
              <a:ext cx="962823" cy="928507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" name="図 8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E1ADE3E5-BA39-5AEE-8BD7-DDD2603549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42659" y="2598008"/>
              <a:ext cx="883492" cy="878787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A632D3BE-975C-57AE-94DC-B6F7FC911B67}"/>
              </a:ext>
            </a:extLst>
          </p:cNvPr>
          <p:cNvSpPr/>
          <p:nvPr/>
        </p:nvSpPr>
        <p:spPr>
          <a:xfrm>
            <a:off x="1927112" y="92292"/>
            <a:ext cx="988031" cy="271519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秋田大学オリジナル</a:t>
            </a:r>
            <a:endParaRPr kumimoji="1" lang="en-US" altLang="ja-JP" sz="8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38074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B18B7-95B3-8DEF-89E7-D8EB11A4D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BB553E1C-93E5-7741-5BE0-21B6F34BCC2A}"/>
              </a:ext>
            </a:extLst>
          </p:cNvPr>
          <p:cNvSpPr/>
          <p:nvPr/>
        </p:nvSpPr>
        <p:spPr>
          <a:xfrm>
            <a:off x="-1" y="0"/>
            <a:ext cx="3095625" cy="1944688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B01305D-13E8-D326-DFB1-2D11528469B1}"/>
              </a:ext>
            </a:extLst>
          </p:cNvPr>
          <p:cNvSpPr/>
          <p:nvPr/>
        </p:nvSpPr>
        <p:spPr>
          <a:xfrm>
            <a:off x="52384" y="86414"/>
            <a:ext cx="2990852" cy="1165609"/>
          </a:xfrm>
          <a:prstGeom prst="roundRect">
            <a:avLst>
              <a:gd name="adj" fmla="val 14805"/>
            </a:avLst>
          </a:prstGeom>
          <a:blipFill dpi="0" rotWithShape="1">
            <a:blip r:embed="rId2"/>
            <a:srcRect/>
            <a:stretch>
              <a:fillRect/>
            </a:stretch>
          </a:blipFill>
          <a:ln w="171450">
            <a:noFill/>
          </a:ln>
          <a:effectLst>
            <a:glow>
              <a:schemeClr val="bg1"/>
            </a:glow>
            <a:outerShdw dist="12700" sx="1000" sy="1000" algn="ctr" rotWithShape="0">
              <a:srgbClr val="000000"/>
            </a:outerShdw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EFB68EC-218E-33D2-A980-B25E6D96C685}"/>
              </a:ext>
            </a:extLst>
          </p:cNvPr>
          <p:cNvSpPr/>
          <p:nvPr/>
        </p:nvSpPr>
        <p:spPr>
          <a:xfrm>
            <a:off x="234235" y="250086"/>
            <a:ext cx="2627152" cy="843154"/>
          </a:xfrm>
          <a:prstGeom prst="roundRect">
            <a:avLst>
              <a:gd name="adj" fmla="val 13559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0" rtlCol="0" anchor="b">
            <a:noAutofit/>
          </a:bodyPr>
          <a:lstStyle/>
          <a:p>
            <a:pPr algn="ctr"/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本カードを破損・紛失された場合、または使用期限を過ぎた場合は、返礼品を</a:t>
            </a:r>
            <a:endParaRPr kumimoji="1" lang="en-US" altLang="ja-JP" sz="5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r>
              <a:rPr kumimoji="1" lang="ja-JP" altLang="en-US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 ご提供できかねますので、あらかじめご了承くださいますようお願いいたします。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3B85B00-3FFD-3C66-2B1F-65E05DF0D111}"/>
              </a:ext>
            </a:extLst>
          </p:cNvPr>
          <p:cNvSpPr/>
          <p:nvPr/>
        </p:nvSpPr>
        <p:spPr>
          <a:xfrm>
            <a:off x="296296" y="568732"/>
            <a:ext cx="564212" cy="211760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PINCODE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E8840FA-8BA6-D492-7178-88D799CD79C0}"/>
              </a:ext>
            </a:extLst>
          </p:cNvPr>
          <p:cNvSpPr/>
          <p:nvPr/>
        </p:nvSpPr>
        <p:spPr>
          <a:xfrm>
            <a:off x="-1" y="-5087"/>
            <a:ext cx="3095625" cy="194977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00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44B6410A-4EAF-C2B7-3C90-53653C8DE213}"/>
              </a:ext>
            </a:extLst>
          </p:cNvPr>
          <p:cNvSpPr/>
          <p:nvPr/>
        </p:nvSpPr>
        <p:spPr>
          <a:xfrm>
            <a:off x="216692" y="1408325"/>
            <a:ext cx="2662238" cy="302565"/>
          </a:xfrm>
          <a:prstGeom prst="roundRect">
            <a:avLst>
              <a:gd name="adj" fmla="val 17073"/>
            </a:avLst>
          </a:prstGeom>
          <a:noFill/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[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返礼品に関するお問い合わせ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]</a:t>
            </a:r>
          </a:p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秋田大学総務企画部広報課</a:t>
            </a:r>
          </a:p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電話：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018-889-3266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e-mail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kikin@jimu.akita-u.ac.jp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28CE2EAB-21EF-E1A0-BF75-9518E545E6AA}"/>
              </a:ext>
            </a:extLst>
          </p:cNvPr>
          <p:cNvSpPr/>
          <p:nvPr/>
        </p:nvSpPr>
        <p:spPr>
          <a:xfrm>
            <a:off x="269861" y="1779606"/>
            <a:ext cx="2720550" cy="131546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「名刺代わりに」は、秋田大学発ベンチャー、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AUIC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が提供しています。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727A6FE6-8304-E105-F4CC-BA0CC23DCBE0}"/>
              </a:ext>
            </a:extLst>
          </p:cNvPr>
          <p:cNvSpPr/>
          <p:nvPr/>
        </p:nvSpPr>
        <p:spPr>
          <a:xfrm>
            <a:off x="158380" y="287429"/>
            <a:ext cx="2720550" cy="164630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［使用期限：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2026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年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9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月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30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日 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23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：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59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まで］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01FA509-A0BD-AC34-663F-24EDF71C7E51}"/>
              </a:ext>
            </a:extLst>
          </p:cNvPr>
          <p:cNvSpPr/>
          <p:nvPr/>
        </p:nvSpPr>
        <p:spPr>
          <a:xfrm>
            <a:off x="1060000" y="571575"/>
            <a:ext cx="1429461" cy="215018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574CC00-E4C4-66A6-082F-C1484247BF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1793811"/>
            <a:ext cx="97255" cy="9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779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C7E02-1C64-E337-C6E4-2EBD0F114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A6C0786-4367-6430-D180-D12D386B1BCB}"/>
              </a:ext>
            </a:extLst>
          </p:cNvPr>
          <p:cNvGrpSpPr/>
          <p:nvPr/>
        </p:nvGrpSpPr>
        <p:grpSpPr>
          <a:xfrm>
            <a:off x="-2" y="-1"/>
            <a:ext cx="3095626" cy="1944689"/>
            <a:chOff x="-2" y="-1"/>
            <a:chExt cx="3095626" cy="1944689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1D9419C8-BB72-E58B-C398-CE8E359F874D}"/>
                </a:ext>
              </a:extLst>
            </p:cNvPr>
            <p:cNvSpPr/>
            <p:nvPr/>
          </p:nvSpPr>
          <p:spPr>
            <a:xfrm>
              <a:off x="-2" y="-1"/>
              <a:ext cx="3095625" cy="194468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16C341E-C01A-7285-1C3A-F666EBE28AAC}"/>
                </a:ext>
              </a:extLst>
            </p:cNvPr>
            <p:cNvSpPr/>
            <p:nvPr/>
          </p:nvSpPr>
          <p:spPr>
            <a:xfrm>
              <a:off x="-1" y="5074"/>
              <a:ext cx="3095625" cy="1939614"/>
            </a:xfrm>
            <a:prstGeom prst="roundRect">
              <a:avLst>
                <a:gd name="adj" fmla="val 13559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" rIns="72000" bIns="0" rtlCol="0" anchor="b">
              <a:noAutofit/>
            </a:bodyPr>
            <a:lstStyle/>
            <a:p>
              <a:pPr algn="ctr"/>
              <a:endPara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0299C835-E619-0E9B-19CF-24FBAE73DDC9}"/>
                </a:ext>
              </a:extLst>
            </p:cNvPr>
            <p:cNvGrpSpPr/>
            <p:nvPr/>
          </p:nvGrpSpPr>
          <p:grpSpPr>
            <a:xfrm>
              <a:off x="26424" y="35311"/>
              <a:ext cx="1781026" cy="1777008"/>
              <a:chOff x="4761" y="0"/>
              <a:chExt cx="1944000" cy="1944687"/>
            </a:xfrm>
          </p:grpSpPr>
          <p:sp>
            <p:nvSpPr>
              <p:cNvPr id="7" name="四角形: 角を丸くする 6">
                <a:extLst>
                  <a:ext uri="{FF2B5EF4-FFF2-40B4-BE49-F238E27FC236}">
                    <a16:creationId xmlns:a16="http://schemas.microsoft.com/office/drawing/2014/main" id="{14F4DF1B-C8D8-5256-B230-71FFF4EBBC2D}"/>
                  </a:ext>
                </a:extLst>
              </p:cNvPr>
              <p:cNvSpPr/>
              <p:nvPr/>
            </p:nvSpPr>
            <p:spPr>
              <a:xfrm>
                <a:off x="4761" y="0"/>
                <a:ext cx="1944000" cy="1944687"/>
              </a:xfrm>
              <a:prstGeom prst="roundRect">
                <a:avLst>
                  <a:gd name="adj" fmla="val 8828"/>
                </a:avLst>
              </a:prstGeom>
              <a:blipFill>
                <a:blip r:embed="rId2"/>
                <a:stretch>
                  <a:fillRect/>
                </a:stretch>
              </a:blipFill>
              <a:ln w="171450">
                <a:noFill/>
              </a:ln>
              <a:effectLst>
                <a:glow>
                  <a:schemeClr val="bg1"/>
                </a:glow>
                <a:outerShdw dist="12700" sx="1000" sy="1000" algn="ctr" rotWithShape="0">
                  <a:srgbClr val="000000"/>
                </a:outerShdw>
                <a:softEdge rad="127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grpSp>
            <p:nvGrpSpPr>
              <p:cNvPr id="22" name="グループ化 21">
                <a:extLst>
                  <a:ext uri="{FF2B5EF4-FFF2-40B4-BE49-F238E27FC236}">
                    <a16:creationId xmlns:a16="http://schemas.microsoft.com/office/drawing/2014/main" id="{04696F74-A331-2B37-5140-891CE89AD9A8}"/>
                  </a:ext>
                </a:extLst>
              </p:cNvPr>
              <p:cNvGrpSpPr/>
              <p:nvPr/>
            </p:nvGrpSpPr>
            <p:grpSpPr>
              <a:xfrm>
                <a:off x="311866" y="138682"/>
                <a:ext cx="1329789" cy="1662236"/>
                <a:chOff x="324896" y="199586"/>
                <a:chExt cx="1294896" cy="1618620"/>
              </a:xfrm>
            </p:grpSpPr>
            <p:sp>
              <p:nvSpPr>
                <p:cNvPr id="14" name="四角形: 角を丸くする 13">
                  <a:extLst>
                    <a:ext uri="{FF2B5EF4-FFF2-40B4-BE49-F238E27FC236}">
                      <a16:creationId xmlns:a16="http://schemas.microsoft.com/office/drawing/2014/main" id="{02CEC957-440E-84FB-7EB0-44AE3051DD0B}"/>
                    </a:ext>
                  </a:extLst>
                </p:cNvPr>
                <p:cNvSpPr/>
                <p:nvPr/>
              </p:nvSpPr>
              <p:spPr>
                <a:xfrm>
                  <a:off x="324896" y="199586"/>
                  <a:ext cx="1294896" cy="1618620"/>
                </a:xfrm>
                <a:prstGeom prst="roundRect">
                  <a:avLst>
                    <a:gd name="adj" fmla="val 17073"/>
                  </a:avLst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1" name="図 20" descr="ロゴ が含まれている画像&#10;&#10;AI 生成コンテンツは誤りを含む可能性があります。">
                  <a:extLst>
                    <a:ext uri="{FF2B5EF4-FFF2-40B4-BE49-F238E27FC236}">
                      <a16:creationId xmlns:a16="http://schemas.microsoft.com/office/drawing/2014/main" id="{5CE70F7B-CAB9-CEC5-7EC1-DB47F811DB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225" t="9650" r="4370" b="12728"/>
                <a:stretch>
                  <a:fillRect/>
                </a:stretch>
              </p:blipFill>
              <p:spPr>
                <a:xfrm>
                  <a:off x="471089" y="268171"/>
                  <a:ext cx="1002507" cy="282809"/>
                </a:xfrm>
                <a:prstGeom prst="rect">
                  <a:avLst/>
                </a:prstGeom>
              </p:spPr>
            </p:pic>
          </p:grpSp>
        </p:grpSp>
        <p:sp>
          <p:nvSpPr>
            <p:cNvPr id="31" name="四角形: 角を丸くする 30">
              <a:extLst>
                <a:ext uri="{FF2B5EF4-FFF2-40B4-BE49-F238E27FC236}">
                  <a16:creationId xmlns:a16="http://schemas.microsoft.com/office/drawing/2014/main" id="{7AB0A86A-BA7D-4AE4-6112-6AB89727FAD0}"/>
                </a:ext>
              </a:extLst>
            </p:cNvPr>
            <p:cNvSpPr/>
            <p:nvPr/>
          </p:nvSpPr>
          <p:spPr>
            <a:xfrm>
              <a:off x="1844455" y="255162"/>
              <a:ext cx="1153343" cy="214457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「学長煎餅」</a:t>
              </a:r>
              <a:endParaRPr kumimoji="1" lang="ja-JP" altLang="en-US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ABF84064-9FFE-A3EC-898C-56EEEE684D62}"/>
                </a:ext>
              </a:extLst>
            </p:cNvPr>
            <p:cNvSpPr/>
            <p:nvPr/>
          </p:nvSpPr>
          <p:spPr>
            <a:xfrm>
              <a:off x="215106" y="1793322"/>
              <a:ext cx="2654348" cy="120703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B0400000000000000" pitchFamily="18" charset="-128"/>
                  <a:ea typeface="UD デジタル 教科書体 NP-R" panose="020B0400000000000000" pitchFamily="18" charset="-128"/>
                </a:rPr>
                <a:t>とけない、われない、かさばらない！　カードで送る新習慣＠名刺代わりに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7310735D-090A-8E81-988A-CAB629D05BD6}"/>
                </a:ext>
              </a:extLst>
            </p:cNvPr>
            <p:cNvSpPr/>
            <p:nvPr/>
          </p:nvSpPr>
          <p:spPr>
            <a:xfrm>
              <a:off x="1927110" y="71103"/>
              <a:ext cx="988031" cy="181522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秋田大学オリジナル</a:t>
              </a:r>
              <a:endParaRPr kumimoji="1" lang="en-US" altLang="ja-JP" sz="8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19064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55DED-CAFD-3E98-07AB-448B2440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DB7CA2F-1E3D-07DC-48B5-6FDB8A46CF35}"/>
              </a:ext>
            </a:extLst>
          </p:cNvPr>
          <p:cNvGrpSpPr/>
          <p:nvPr/>
        </p:nvGrpSpPr>
        <p:grpSpPr>
          <a:xfrm>
            <a:off x="-1" y="-5087"/>
            <a:ext cx="3095625" cy="1949775"/>
            <a:chOff x="-1" y="-5087"/>
            <a:chExt cx="3095625" cy="1949775"/>
          </a:xfrm>
        </p:grpSpPr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22EDC73F-1956-395D-55F3-2AA471C22835}"/>
                </a:ext>
              </a:extLst>
            </p:cNvPr>
            <p:cNvSpPr/>
            <p:nvPr/>
          </p:nvSpPr>
          <p:spPr>
            <a:xfrm>
              <a:off x="-1" y="-5087"/>
              <a:ext cx="3095625" cy="1949774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4AF81FA0-9EF1-F3E5-8CFE-68209C71F9F5}"/>
                </a:ext>
              </a:extLst>
            </p:cNvPr>
            <p:cNvSpPr/>
            <p:nvPr/>
          </p:nvSpPr>
          <p:spPr>
            <a:xfrm>
              <a:off x="-1" y="0"/>
              <a:ext cx="3095625" cy="1944688"/>
            </a:xfrm>
            <a:prstGeom prst="roundRect">
              <a:avLst>
                <a:gd name="adj" fmla="val 13559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" rIns="72000" bIns="0" rtlCol="0" anchor="b">
              <a:noAutofit/>
            </a:bodyPr>
            <a:lstStyle/>
            <a:p>
              <a:pPr algn="ctr"/>
              <a:endPara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163BE45-48CE-105B-903F-D6923EA3AC7F}"/>
                </a:ext>
              </a:extLst>
            </p:cNvPr>
            <p:cNvSpPr/>
            <p:nvPr/>
          </p:nvSpPr>
          <p:spPr>
            <a:xfrm>
              <a:off x="52384" y="86414"/>
              <a:ext cx="2990852" cy="1165609"/>
            </a:xfrm>
            <a:prstGeom prst="roundRect">
              <a:avLst>
                <a:gd name="adj" fmla="val 14805"/>
              </a:avLst>
            </a:prstGeom>
            <a:blipFill dpi="0" rotWithShape="1">
              <a:blip r:embed="rId2"/>
              <a:srcRect/>
              <a:stretch>
                <a:fillRect/>
              </a:stretch>
            </a:blipFill>
            <a:ln w="171450">
              <a:noFill/>
            </a:ln>
            <a:effectLst>
              <a:glow>
                <a:schemeClr val="bg1"/>
              </a:glow>
              <a:outerShdw dist="12700" sx="1000" sy="1000" algn="ctr" rotWithShape="0">
                <a:srgbClr val="000000"/>
              </a:outerShdw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C4C601C7-22A4-EC5B-C791-20C5366C1341}"/>
                </a:ext>
              </a:extLst>
            </p:cNvPr>
            <p:cNvSpPr/>
            <p:nvPr/>
          </p:nvSpPr>
          <p:spPr>
            <a:xfrm>
              <a:off x="234235" y="250086"/>
              <a:ext cx="2627152" cy="843154"/>
            </a:xfrm>
            <a:prstGeom prst="roundRect">
              <a:avLst>
                <a:gd name="adj" fmla="val 13559"/>
              </a:avLst>
            </a:prstGeom>
            <a:solidFill>
              <a:schemeClr val="bg1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" rIns="72000" bIns="0" rtlCol="0" anchor="b">
              <a:noAutofit/>
            </a:bodyPr>
            <a:lstStyle/>
            <a:p>
              <a:pPr algn="ctr"/>
              <a:r>
                <a:rPr kumimoji="1" lang="ja-JP" altLang="en-US" sz="5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本カードを破損・紛失された場合、または使用期限を過ぎた場合は、返礼品を</a:t>
              </a:r>
              <a:endParaRPr kumimoji="1" lang="en-US" altLang="ja-JP" sz="5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r>
                <a:rPr kumimoji="1" lang="ja-JP" altLang="en-US" sz="5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  ご提供できかねますので、あらかじめご了承くださいますようお願いいたします。</a:t>
              </a: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66BDA754-8E4B-C983-C8B8-FB4DF5267F46}"/>
                </a:ext>
              </a:extLst>
            </p:cNvPr>
            <p:cNvSpPr/>
            <p:nvPr/>
          </p:nvSpPr>
          <p:spPr>
            <a:xfrm>
              <a:off x="299236" y="559911"/>
              <a:ext cx="564212" cy="211760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en-US" altLang="ja-JP" sz="8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PINCODE</a:t>
              </a:r>
            </a:p>
          </p:txBody>
        </p:sp>
        <p:sp>
          <p:nvSpPr>
            <p:cNvPr id="18" name="四角形: 角を丸くする 17">
              <a:extLst>
                <a:ext uri="{FF2B5EF4-FFF2-40B4-BE49-F238E27FC236}">
                  <a16:creationId xmlns:a16="http://schemas.microsoft.com/office/drawing/2014/main" id="{5D1182F7-303E-2D75-32F3-E4AA5BB7ACCF}"/>
                </a:ext>
              </a:extLst>
            </p:cNvPr>
            <p:cNvSpPr/>
            <p:nvPr/>
          </p:nvSpPr>
          <p:spPr>
            <a:xfrm>
              <a:off x="216692" y="1346585"/>
              <a:ext cx="2662238" cy="302565"/>
            </a:xfrm>
            <a:prstGeom prst="roundRect">
              <a:avLst>
                <a:gd name="adj" fmla="val 17073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[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返礼品に関するお問い合わせ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]</a:t>
              </a:r>
            </a:p>
            <a:p>
              <a:pPr algn="ctr"/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秋田大学総務企画部広報課</a:t>
              </a:r>
            </a:p>
            <a:p>
              <a:pPr algn="ctr"/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電話：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018-889-3266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　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e-mail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：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kikin@jimu.akita-u.ac.jp</a:t>
              </a:r>
            </a:p>
          </p:txBody>
        </p:sp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9F47755B-7939-1D7F-B1DE-9EB07E6A7B1F}"/>
                </a:ext>
              </a:extLst>
            </p:cNvPr>
            <p:cNvSpPr/>
            <p:nvPr/>
          </p:nvSpPr>
          <p:spPr>
            <a:xfrm>
              <a:off x="264474" y="1746083"/>
              <a:ext cx="2720550" cy="131546"/>
            </a:xfrm>
            <a:prstGeom prst="roundRect">
              <a:avLst>
                <a:gd name="adj" fmla="val 17073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「名刺代わりに」は、秋田大学発ベンチャー、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AUIC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が提供しています。</a:t>
              </a:r>
              <a:endPara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25" name="四角形: 角を丸くする 24">
              <a:extLst>
                <a:ext uri="{FF2B5EF4-FFF2-40B4-BE49-F238E27FC236}">
                  <a16:creationId xmlns:a16="http://schemas.microsoft.com/office/drawing/2014/main" id="{31545E15-01E3-2BA2-128E-1410CA07FD7B}"/>
                </a:ext>
              </a:extLst>
            </p:cNvPr>
            <p:cNvSpPr/>
            <p:nvPr/>
          </p:nvSpPr>
          <p:spPr>
            <a:xfrm>
              <a:off x="187535" y="287429"/>
              <a:ext cx="2720550" cy="164630"/>
            </a:xfrm>
            <a:prstGeom prst="roundRect">
              <a:avLst>
                <a:gd name="adj" fmla="val 17073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［使用期限：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2026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 年 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9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 月 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30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 日 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23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：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59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まで］</a:t>
              </a:r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C6E09740-961F-C902-DB45-733296A0B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7649" y="1749035"/>
              <a:ext cx="111515" cy="1115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79832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945</TotalTime>
  <Words>219</Words>
  <Application>Microsoft Office PowerPoint</Application>
  <PresentationFormat>ユーザー設定</PresentationFormat>
  <Paragraphs>23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UD デジタル 教科書体 NP-R</vt:lpstr>
      <vt:lpstr>游ゴシック</vt:lpstr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伊藤　悠大</dc:creator>
  <cp:lastModifiedBy>yudai itou</cp:lastModifiedBy>
  <cp:revision>125</cp:revision>
  <cp:lastPrinted>2026-03-13T07:33:14Z</cp:lastPrinted>
  <dcterms:created xsi:type="dcterms:W3CDTF">2026-01-29T04:40:41Z</dcterms:created>
  <dcterms:modified xsi:type="dcterms:W3CDTF">2026-03-13T13:52:21Z</dcterms:modified>
</cp:coreProperties>
</file>