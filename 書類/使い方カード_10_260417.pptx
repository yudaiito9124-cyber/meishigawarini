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384"/>
  </p:normalViewPr>
  <p:slideViewPr>
    <p:cSldViewPr snapToGrid="0">
      <p:cViewPr varScale="1">
        <p:scale>
          <a:sx n="115" d="100"/>
          <a:sy n="115" d="100"/>
        </p:scale>
        <p:origin x="1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6317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804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054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328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39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512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0196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76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71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629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794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F0805-949A-8947-9D41-FA8E34F69820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D656B-6E8E-E74F-B00C-6B0F9D4B26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820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C3C5C-604D-D1B7-1021-D0C865AC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F1E9C159-05B3-FDDC-E253-F7A5BFA4F7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9" b="1"/>
          <a:stretch>
            <a:fillRect/>
          </a:stretch>
        </p:blipFill>
        <p:spPr bwMode="auto">
          <a:xfrm>
            <a:off x="101015" y="971627"/>
            <a:ext cx="4750052" cy="219396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586071E-7771-922E-8BB3-82A836EF38F4}"/>
              </a:ext>
            </a:extLst>
          </p:cNvPr>
          <p:cNvSpPr txBox="1"/>
          <p:nvPr/>
        </p:nvSpPr>
        <p:spPr>
          <a:xfrm>
            <a:off x="17867" y="119662"/>
            <a:ext cx="4952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Meiryo UI" panose="020B0604030504040204" pitchFamily="34" charset="-128"/>
                <a:ea typeface="Meiryo UI" panose="020B0604030504040204" pitchFamily="34" charset="-128"/>
              </a:rPr>
              <a:t>贈答品の受け取り方</a:t>
            </a:r>
            <a:endParaRPr kumimoji="1" lang="en-US" altLang="ja-JP" sz="20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322547A-A4A2-98C8-ED34-2BC04633284F}"/>
              </a:ext>
            </a:extLst>
          </p:cNvPr>
          <p:cNvSpPr txBox="1"/>
          <p:nvPr/>
        </p:nvSpPr>
        <p:spPr>
          <a:xfrm>
            <a:off x="0" y="633073"/>
            <a:ext cx="4952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1600">
                <a:latin typeface="Meiryo UI" panose="020B0604030504040204" pitchFamily="34" charset="-128"/>
                <a:ea typeface="Meiryo UI" panose="020B0604030504040204" pitchFamily="34" charset="-128"/>
              </a:rPr>
              <a:t>カードをお持ちの方へ。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-JP" altLang="ja-JP" sz="1600">
                <a:latin typeface="Meiryo UI" panose="020B0604030504040204" pitchFamily="34" charset="-128"/>
                <a:ea typeface="Meiryo UI" panose="020B0604030504040204" pitchFamily="34" charset="-128"/>
              </a:rPr>
              <a:t>つの手順で簡単に受け取れます。 </a:t>
            </a:r>
            <a:endParaRPr kumimoji="1" lang="ja-JP" altLang="en-US" sz="16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8D7AE55-82C4-9ADC-C60C-D92CFCEEE101}"/>
              </a:ext>
            </a:extLst>
          </p:cNvPr>
          <p:cNvSpPr txBox="1"/>
          <p:nvPr/>
        </p:nvSpPr>
        <p:spPr>
          <a:xfrm>
            <a:off x="51320" y="6122615"/>
            <a:ext cx="4430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Meiryo UI" panose="020B0604030504040204" pitchFamily="34" charset="-128"/>
                <a:ea typeface="Meiryo UI" panose="020B0604030504040204" pitchFamily="34" charset="-128"/>
              </a:rPr>
              <a:t>「名刺代わりに」は、秋田大学発ベンチャーの一般社団法人秋田大学イノベーション</a:t>
            </a:r>
            <a:r>
              <a:rPr kumimoji="1" lang="en-US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&amp;</a:t>
            </a:r>
            <a:r>
              <a:rPr kumimoji="1" lang="ja-JP" altLang="en-US" sz="1200">
                <a:latin typeface="Meiryo UI" panose="020B0604030504040204" pitchFamily="34" charset="-128"/>
                <a:ea typeface="Meiryo UI" panose="020B0604030504040204" pitchFamily="34" charset="-128"/>
              </a:rPr>
              <a:t>コンサルティング（</a:t>
            </a:r>
            <a:r>
              <a:rPr kumimoji="1" lang="en" altLang="ja-JP" sz="1200" dirty="0">
                <a:latin typeface="Meiryo UI" panose="020B0604030504040204" pitchFamily="34" charset="-128"/>
                <a:ea typeface="Meiryo UI" panose="020B0604030504040204" pitchFamily="34" charset="-128"/>
              </a:rPr>
              <a:t>AUIC</a:t>
            </a:r>
            <a:r>
              <a:rPr kumimoji="1" lang="ja-JP" altLang="en-US" sz="1200">
                <a:latin typeface="Meiryo UI" panose="020B0604030504040204" pitchFamily="34" charset="-128"/>
                <a:ea typeface="Meiryo UI" panose="020B0604030504040204" pitchFamily="34" charset="-128"/>
              </a:rPr>
              <a:t>／オーイック）が提供しています。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2FD0D01-BE7B-AF65-F771-0504C717F30B}"/>
              </a:ext>
            </a:extLst>
          </p:cNvPr>
          <p:cNvSpPr/>
          <p:nvPr/>
        </p:nvSpPr>
        <p:spPr>
          <a:xfrm>
            <a:off x="0" y="0"/>
            <a:ext cx="4952082" cy="6858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561510D-48E8-FA11-CF07-AC28FF8982A5}"/>
              </a:ext>
            </a:extLst>
          </p:cNvPr>
          <p:cNvSpPr/>
          <p:nvPr/>
        </p:nvSpPr>
        <p:spPr>
          <a:xfrm>
            <a:off x="0" y="0"/>
            <a:ext cx="4952082" cy="3429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7C22B34-2DE9-5FFF-693C-863891E21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322" y="6106938"/>
            <a:ext cx="437706" cy="437706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40ADE1B-E7D3-2603-06F0-B35851A20F5E}"/>
              </a:ext>
            </a:extLst>
          </p:cNvPr>
          <p:cNvSpPr/>
          <p:nvPr/>
        </p:nvSpPr>
        <p:spPr>
          <a:xfrm>
            <a:off x="4952082" y="0"/>
            <a:ext cx="4952082" cy="6858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749BBFE-0EC9-207F-FEAF-55DC9483601A}"/>
              </a:ext>
            </a:extLst>
          </p:cNvPr>
          <p:cNvSpPr/>
          <p:nvPr/>
        </p:nvSpPr>
        <p:spPr>
          <a:xfrm>
            <a:off x="4952082" y="0"/>
            <a:ext cx="4952082" cy="34290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17">
            <a:extLst>
              <a:ext uri="{FF2B5EF4-FFF2-40B4-BE49-F238E27FC236}">
                <a16:creationId xmlns:a16="http://schemas.microsoft.com/office/drawing/2014/main" id="{CF900DE7-B499-413F-AFAA-331E60E3FA0C}"/>
              </a:ext>
            </a:extLst>
          </p:cNvPr>
          <p:cNvSpPr/>
          <p:nvPr/>
        </p:nvSpPr>
        <p:spPr>
          <a:xfrm>
            <a:off x="44604" y="5047693"/>
            <a:ext cx="4858439" cy="994794"/>
          </a:xfrm>
          <a:prstGeom prst="roundRect">
            <a:avLst>
              <a:gd name="adj" fmla="val 8213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[『</a:t>
            </a:r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名刺代わりに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』</a:t>
            </a:r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システムに</a:t>
            </a:r>
            <a:r>
              <a:rPr kumimoji="1" lang="ja-JP" altLang="en-US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関するお問い合わせ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]</a:t>
            </a: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一般社団法人秋田大学イノベーションアンドコンサルティング（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AUIC</a:t>
            </a:r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algn="ctr"/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電話：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070-5070-3073</a:t>
            </a:r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kumimoji="1" lang="en-US" altLang="ja-JP" sz="14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e-mail</a:t>
            </a:r>
            <a:r>
              <a:rPr kumimoji="1" lang="ja-JP" altLang="en-US" sz="14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kumimoji="1" lang="en-US" altLang="ja-JP" sz="1400" dirty="0" err="1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attcard@auic.or.jp</a:t>
            </a:r>
            <a:endParaRPr kumimoji="1" lang="en-US" altLang="ja-JP" sz="140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3C8BD9-3C7B-EFA7-7BB2-641BD88A0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917" y="3683316"/>
            <a:ext cx="1284249" cy="128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79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76</Words>
  <Application>Microsoft Macintosh PowerPoint</Application>
  <PresentationFormat>A4 210 x 297 mm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岡崎光洋</dc:creator>
  <cp:lastModifiedBy>岡崎光洋</cp:lastModifiedBy>
  <cp:revision>9</cp:revision>
  <dcterms:created xsi:type="dcterms:W3CDTF">2026-03-13T02:05:18Z</dcterms:created>
  <dcterms:modified xsi:type="dcterms:W3CDTF">2026-04-17T00:29:07Z</dcterms:modified>
</cp:coreProperties>
</file>