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3276600" cy="1979613"/>
  <p:notesSz cx="1524000" cy="2819400"/>
  <p:defaultTextStyle>
    <a:defPPr>
      <a:defRPr lang="ja-JP"/>
    </a:defPPr>
    <a:lvl1pPr marL="0" algn="l" defTabSz="252283" rtl="0" eaLnBrk="1" latinLnBrk="0" hangingPunct="1">
      <a:defRPr kumimoji="1" sz="497" kern="1200">
        <a:solidFill>
          <a:schemeClr val="tx1"/>
        </a:solidFill>
        <a:latin typeface="+mn-lt"/>
        <a:ea typeface="+mn-ea"/>
        <a:cs typeface="+mn-cs"/>
      </a:defRPr>
    </a:lvl1pPr>
    <a:lvl2pPr marL="126141" algn="l" defTabSz="252283" rtl="0" eaLnBrk="1" latinLnBrk="0" hangingPunct="1">
      <a:defRPr kumimoji="1" sz="497" kern="1200">
        <a:solidFill>
          <a:schemeClr val="tx1"/>
        </a:solidFill>
        <a:latin typeface="+mn-lt"/>
        <a:ea typeface="+mn-ea"/>
        <a:cs typeface="+mn-cs"/>
      </a:defRPr>
    </a:lvl2pPr>
    <a:lvl3pPr marL="252283" algn="l" defTabSz="252283" rtl="0" eaLnBrk="1" latinLnBrk="0" hangingPunct="1">
      <a:defRPr kumimoji="1" sz="497" kern="1200">
        <a:solidFill>
          <a:schemeClr val="tx1"/>
        </a:solidFill>
        <a:latin typeface="+mn-lt"/>
        <a:ea typeface="+mn-ea"/>
        <a:cs typeface="+mn-cs"/>
      </a:defRPr>
    </a:lvl3pPr>
    <a:lvl4pPr marL="378424" algn="l" defTabSz="252283" rtl="0" eaLnBrk="1" latinLnBrk="0" hangingPunct="1">
      <a:defRPr kumimoji="1" sz="497" kern="1200">
        <a:solidFill>
          <a:schemeClr val="tx1"/>
        </a:solidFill>
        <a:latin typeface="+mn-lt"/>
        <a:ea typeface="+mn-ea"/>
        <a:cs typeface="+mn-cs"/>
      </a:defRPr>
    </a:lvl4pPr>
    <a:lvl5pPr marL="504566" algn="l" defTabSz="252283" rtl="0" eaLnBrk="1" latinLnBrk="0" hangingPunct="1">
      <a:defRPr kumimoji="1" sz="497" kern="1200">
        <a:solidFill>
          <a:schemeClr val="tx1"/>
        </a:solidFill>
        <a:latin typeface="+mn-lt"/>
        <a:ea typeface="+mn-ea"/>
        <a:cs typeface="+mn-cs"/>
      </a:defRPr>
    </a:lvl5pPr>
    <a:lvl6pPr marL="630707" algn="l" defTabSz="252283" rtl="0" eaLnBrk="1" latinLnBrk="0" hangingPunct="1">
      <a:defRPr kumimoji="1" sz="497" kern="1200">
        <a:solidFill>
          <a:schemeClr val="tx1"/>
        </a:solidFill>
        <a:latin typeface="+mn-lt"/>
        <a:ea typeface="+mn-ea"/>
        <a:cs typeface="+mn-cs"/>
      </a:defRPr>
    </a:lvl6pPr>
    <a:lvl7pPr marL="756849" algn="l" defTabSz="252283" rtl="0" eaLnBrk="1" latinLnBrk="0" hangingPunct="1">
      <a:defRPr kumimoji="1" sz="497" kern="1200">
        <a:solidFill>
          <a:schemeClr val="tx1"/>
        </a:solidFill>
        <a:latin typeface="+mn-lt"/>
        <a:ea typeface="+mn-ea"/>
        <a:cs typeface="+mn-cs"/>
      </a:defRPr>
    </a:lvl7pPr>
    <a:lvl8pPr marL="882990" algn="l" defTabSz="252283" rtl="0" eaLnBrk="1" latinLnBrk="0" hangingPunct="1">
      <a:defRPr kumimoji="1" sz="497" kern="1200">
        <a:solidFill>
          <a:schemeClr val="tx1"/>
        </a:solidFill>
        <a:latin typeface="+mn-lt"/>
        <a:ea typeface="+mn-ea"/>
        <a:cs typeface="+mn-cs"/>
      </a:defRPr>
    </a:lvl8pPr>
    <a:lvl9pPr marL="1009132" algn="l" defTabSz="252283" rtl="0" eaLnBrk="1" latinLnBrk="0" hangingPunct="1">
      <a:defRPr kumimoji="1" sz="49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AFB"/>
    <a:srgbClr val="CCF8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92" autoAdjust="0"/>
    <p:restoredTop sz="94660"/>
  </p:normalViewPr>
  <p:slideViewPr>
    <p:cSldViewPr snapToGrid="0">
      <p:cViewPr>
        <p:scale>
          <a:sx n="200" d="100"/>
          <a:sy n="200" d="100"/>
        </p:scale>
        <p:origin x="1116" y="2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759DBE-59C5-CAF5-063D-3636497FD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575" y="323978"/>
            <a:ext cx="2457450" cy="689199"/>
          </a:xfrm>
        </p:spPr>
        <p:txBody>
          <a:bodyPr anchor="b"/>
          <a:lstStyle>
            <a:lvl1pPr algn="ctr">
              <a:defRPr sz="1613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CA45176-A4C9-E79D-1666-B8A0E38E8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9575" y="1039755"/>
            <a:ext cx="2457450" cy="477948"/>
          </a:xfrm>
        </p:spPr>
        <p:txBody>
          <a:bodyPr/>
          <a:lstStyle>
            <a:lvl1pPr marL="0" indent="0" algn="ctr">
              <a:buNone/>
              <a:defRPr sz="645"/>
            </a:lvl1pPr>
            <a:lvl2pPr marL="122895" indent="0" algn="ctr">
              <a:buNone/>
              <a:defRPr sz="538"/>
            </a:lvl2pPr>
            <a:lvl3pPr marL="245791" indent="0" algn="ctr">
              <a:buNone/>
              <a:defRPr sz="484"/>
            </a:lvl3pPr>
            <a:lvl4pPr marL="368686" indent="0" algn="ctr">
              <a:buNone/>
              <a:defRPr sz="430"/>
            </a:lvl4pPr>
            <a:lvl5pPr marL="491581" indent="0" algn="ctr">
              <a:buNone/>
              <a:defRPr sz="430"/>
            </a:lvl5pPr>
            <a:lvl6pPr marL="614477" indent="0" algn="ctr">
              <a:buNone/>
              <a:defRPr sz="430"/>
            </a:lvl6pPr>
            <a:lvl7pPr marL="737372" indent="0" algn="ctr">
              <a:buNone/>
              <a:defRPr sz="430"/>
            </a:lvl7pPr>
            <a:lvl8pPr marL="860268" indent="0" algn="ctr">
              <a:buNone/>
              <a:defRPr sz="430"/>
            </a:lvl8pPr>
            <a:lvl9pPr marL="983163" indent="0" algn="ctr">
              <a:buNone/>
              <a:defRPr sz="43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0922C7-F4E7-3219-327E-068EFAEA9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42B1-4A70-4F84-B0F6-297B7F5465E5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E200F4-1C60-C3D4-0030-E7437DEC8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B679A9-F8D1-B132-FCE2-726470DAF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B8957-4AEE-43CB-8E90-EAFCDDEC1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61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653E45-F6D0-A83B-4E40-2CC8B315B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88C34B-81B3-2506-B022-5BBAC2A22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158776-14C6-A7D2-EA6F-F98760E57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42B1-4A70-4F84-B0F6-297B7F5465E5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BCC4EC-1387-FEC1-A462-1DB15F416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D02F6D-30C8-AADE-5385-0E9D26C5A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B8957-4AEE-43CB-8E90-EAFCDDEC1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4995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83CEFA-1166-5E03-FDDB-5012B4629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59" y="493529"/>
            <a:ext cx="2826068" cy="823464"/>
          </a:xfrm>
        </p:spPr>
        <p:txBody>
          <a:bodyPr anchor="b"/>
          <a:lstStyle>
            <a:lvl1pPr>
              <a:defRPr sz="1613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B2135B2-751F-58B9-C41E-881F1B7A1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3559" y="1324783"/>
            <a:ext cx="2826068" cy="433040"/>
          </a:xfrm>
        </p:spPr>
        <p:txBody>
          <a:bodyPr/>
          <a:lstStyle>
            <a:lvl1pPr marL="0" indent="0">
              <a:buNone/>
              <a:defRPr sz="645">
                <a:solidFill>
                  <a:schemeClr val="tx1">
                    <a:tint val="82000"/>
                  </a:schemeClr>
                </a:solidFill>
              </a:defRPr>
            </a:lvl1pPr>
            <a:lvl2pPr marL="122895" indent="0">
              <a:buNone/>
              <a:defRPr sz="538">
                <a:solidFill>
                  <a:schemeClr val="tx1">
                    <a:tint val="82000"/>
                  </a:schemeClr>
                </a:solidFill>
              </a:defRPr>
            </a:lvl2pPr>
            <a:lvl3pPr marL="245791" indent="0">
              <a:buNone/>
              <a:defRPr sz="484">
                <a:solidFill>
                  <a:schemeClr val="tx1">
                    <a:tint val="82000"/>
                  </a:schemeClr>
                </a:solidFill>
              </a:defRPr>
            </a:lvl3pPr>
            <a:lvl4pPr marL="368686" indent="0">
              <a:buNone/>
              <a:defRPr sz="430">
                <a:solidFill>
                  <a:schemeClr val="tx1">
                    <a:tint val="82000"/>
                  </a:schemeClr>
                </a:solidFill>
              </a:defRPr>
            </a:lvl4pPr>
            <a:lvl5pPr marL="491581" indent="0">
              <a:buNone/>
              <a:defRPr sz="430">
                <a:solidFill>
                  <a:schemeClr val="tx1">
                    <a:tint val="82000"/>
                  </a:schemeClr>
                </a:solidFill>
              </a:defRPr>
            </a:lvl5pPr>
            <a:lvl6pPr marL="614477" indent="0">
              <a:buNone/>
              <a:defRPr sz="430">
                <a:solidFill>
                  <a:schemeClr val="tx1">
                    <a:tint val="82000"/>
                  </a:schemeClr>
                </a:solidFill>
              </a:defRPr>
            </a:lvl6pPr>
            <a:lvl7pPr marL="737372" indent="0">
              <a:buNone/>
              <a:defRPr sz="430">
                <a:solidFill>
                  <a:schemeClr val="tx1">
                    <a:tint val="82000"/>
                  </a:schemeClr>
                </a:solidFill>
              </a:defRPr>
            </a:lvl7pPr>
            <a:lvl8pPr marL="860268" indent="0">
              <a:buNone/>
              <a:defRPr sz="430">
                <a:solidFill>
                  <a:schemeClr val="tx1">
                    <a:tint val="82000"/>
                  </a:schemeClr>
                </a:solidFill>
              </a:defRPr>
            </a:lvl8pPr>
            <a:lvl9pPr marL="983163" indent="0">
              <a:buNone/>
              <a:defRPr sz="4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638DAE-AAFF-DB93-6104-47B7EA7C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42B1-4A70-4F84-B0F6-297B7F5465E5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AE4BE8-41D3-2E4D-857C-A16DDCD47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C78DE9-8C81-97A5-0A0F-4DB3096AF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B8957-4AEE-43CB-8E90-EAFCDDEC1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3752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A24A2B-23F0-DDCC-416A-C656CAD1B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F7C24A-A83D-C5B7-D0B9-AD972C87F2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5266" y="526980"/>
            <a:ext cx="1392555" cy="125604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70C7285-59EB-DA91-8A00-EA7F4552F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58779" y="526980"/>
            <a:ext cx="1392555" cy="125604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6396731-C1F3-C2E8-2343-4F4927B83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42B1-4A70-4F84-B0F6-297B7F5465E5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4BC4BD8-8FA9-A72F-1B7E-776EEE8E1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0D5D0C-C7EB-7E14-144C-9CC27FA0E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B8957-4AEE-43CB-8E90-EAFCDDEC1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0074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17F915-5B93-B9DE-77B5-23E06F2D6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93" y="105396"/>
            <a:ext cx="2826068" cy="382634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64636B-3858-9F6A-6752-5457EA7CA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5693" y="485280"/>
            <a:ext cx="1386155" cy="237828"/>
          </a:xfrm>
        </p:spPr>
        <p:txBody>
          <a:bodyPr anchor="b"/>
          <a:lstStyle>
            <a:lvl1pPr marL="0" indent="0">
              <a:buNone/>
              <a:defRPr sz="645" b="1"/>
            </a:lvl1pPr>
            <a:lvl2pPr marL="122895" indent="0">
              <a:buNone/>
              <a:defRPr sz="538" b="1"/>
            </a:lvl2pPr>
            <a:lvl3pPr marL="245791" indent="0">
              <a:buNone/>
              <a:defRPr sz="484" b="1"/>
            </a:lvl3pPr>
            <a:lvl4pPr marL="368686" indent="0">
              <a:buNone/>
              <a:defRPr sz="430" b="1"/>
            </a:lvl4pPr>
            <a:lvl5pPr marL="491581" indent="0">
              <a:buNone/>
              <a:defRPr sz="430" b="1"/>
            </a:lvl5pPr>
            <a:lvl6pPr marL="614477" indent="0">
              <a:buNone/>
              <a:defRPr sz="430" b="1"/>
            </a:lvl6pPr>
            <a:lvl7pPr marL="737372" indent="0">
              <a:buNone/>
              <a:defRPr sz="430" b="1"/>
            </a:lvl7pPr>
            <a:lvl8pPr marL="860268" indent="0">
              <a:buNone/>
              <a:defRPr sz="430" b="1"/>
            </a:lvl8pPr>
            <a:lvl9pPr marL="983163" indent="0">
              <a:buNone/>
              <a:defRPr sz="43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B8FAFAD-67DC-1763-B3C2-0B56B2FAE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5693" y="723109"/>
            <a:ext cx="1386155" cy="106358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487DD99-4513-0983-2E9E-92D0994AB4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658779" y="485280"/>
            <a:ext cx="1392982" cy="237828"/>
          </a:xfrm>
        </p:spPr>
        <p:txBody>
          <a:bodyPr anchor="b"/>
          <a:lstStyle>
            <a:lvl1pPr marL="0" indent="0">
              <a:buNone/>
              <a:defRPr sz="645" b="1"/>
            </a:lvl1pPr>
            <a:lvl2pPr marL="122895" indent="0">
              <a:buNone/>
              <a:defRPr sz="538" b="1"/>
            </a:lvl2pPr>
            <a:lvl3pPr marL="245791" indent="0">
              <a:buNone/>
              <a:defRPr sz="484" b="1"/>
            </a:lvl3pPr>
            <a:lvl4pPr marL="368686" indent="0">
              <a:buNone/>
              <a:defRPr sz="430" b="1"/>
            </a:lvl4pPr>
            <a:lvl5pPr marL="491581" indent="0">
              <a:buNone/>
              <a:defRPr sz="430" b="1"/>
            </a:lvl5pPr>
            <a:lvl6pPr marL="614477" indent="0">
              <a:buNone/>
              <a:defRPr sz="430" b="1"/>
            </a:lvl6pPr>
            <a:lvl7pPr marL="737372" indent="0">
              <a:buNone/>
              <a:defRPr sz="430" b="1"/>
            </a:lvl7pPr>
            <a:lvl8pPr marL="860268" indent="0">
              <a:buNone/>
              <a:defRPr sz="430" b="1"/>
            </a:lvl8pPr>
            <a:lvl9pPr marL="983163" indent="0">
              <a:buNone/>
              <a:defRPr sz="43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E0D111C-2420-980B-4237-149B620CDC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658779" y="723109"/>
            <a:ext cx="1392982" cy="106358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198BE2D-39FB-6768-4DFE-CA505A44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42B1-4A70-4F84-B0F6-297B7F5465E5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0BE3D3C-1F0E-03BF-DC67-2D3305EA8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E81F369-8D47-F383-484C-E45BDB9D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B8957-4AEE-43CB-8E90-EAFCDDEC1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4697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6ECF63-8300-5C09-F831-7CA1F2C43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3B472B5-BD20-55F6-082F-87A1DBA3D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42B1-4A70-4F84-B0F6-297B7F5465E5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5A5BA9F-6C43-8F8F-A610-3F589790F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8372BBC-6B8D-692A-FD1A-04417298D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B8957-4AEE-43CB-8E90-EAFCDDEC1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4735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0F22C23-07E9-20BE-661E-00A6683EE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42B1-4A70-4F84-B0F6-297B7F5465E5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210E7B1-7FA7-455E-BA03-9BD16FE9F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B0C7613-D13C-F306-7ECF-A2F73085A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B8957-4AEE-43CB-8E90-EAFCDDEC1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8440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2A9292-751D-FECC-4087-7EFEA913F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93" y="131974"/>
            <a:ext cx="1056789" cy="461910"/>
          </a:xfrm>
        </p:spPr>
        <p:txBody>
          <a:bodyPr anchor="b"/>
          <a:lstStyle>
            <a:lvl1pPr>
              <a:defRPr sz="86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45B1DC-8846-BDB3-7CF2-94EEE0492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982" y="285028"/>
            <a:ext cx="1658779" cy="1406808"/>
          </a:xfrm>
        </p:spPr>
        <p:txBody>
          <a:bodyPr/>
          <a:lstStyle>
            <a:lvl1pPr>
              <a:defRPr sz="860"/>
            </a:lvl1pPr>
            <a:lvl2pPr>
              <a:defRPr sz="753"/>
            </a:lvl2pPr>
            <a:lvl3pPr>
              <a:defRPr sz="645"/>
            </a:lvl3pPr>
            <a:lvl4pPr>
              <a:defRPr sz="538"/>
            </a:lvl4pPr>
            <a:lvl5pPr>
              <a:defRPr sz="538"/>
            </a:lvl5pPr>
            <a:lvl6pPr>
              <a:defRPr sz="538"/>
            </a:lvl6pPr>
            <a:lvl7pPr>
              <a:defRPr sz="538"/>
            </a:lvl7pPr>
            <a:lvl8pPr>
              <a:defRPr sz="538"/>
            </a:lvl8pPr>
            <a:lvl9pPr>
              <a:defRPr sz="538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6ACEA78-5BCC-2E77-B684-40AB902A7A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5693" y="593884"/>
            <a:ext cx="1056789" cy="1100243"/>
          </a:xfrm>
        </p:spPr>
        <p:txBody>
          <a:bodyPr/>
          <a:lstStyle>
            <a:lvl1pPr marL="0" indent="0">
              <a:buNone/>
              <a:defRPr sz="430"/>
            </a:lvl1pPr>
            <a:lvl2pPr marL="122895" indent="0">
              <a:buNone/>
              <a:defRPr sz="376"/>
            </a:lvl2pPr>
            <a:lvl3pPr marL="245791" indent="0">
              <a:buNone/>
              <a:defRPr sz="323"/>
            </a:lvl3pPr>
            <a:lvl4pPr marL="368686" indent="0">
              <a:buNone/>
              <a:defRPr sz="269"/>
            </a:lvl4pPr>
            <a:lvl5pPr marL="491581" indent="0">
              <a:buNone/>
              <a:defRPr sz="269"/>
            </a:lvl5pPr>
            <a:lvl6pPr marL="614477" indent="0">
              <a:buNone/>
              <a:defRPr sz="269"/>
            </a:lvl6pPr>
            <a:lvl7pPr marL="737372" indent="0">
              <a:buNone/>
              <a:defRPr sz="269"/>
            </a:lvl7pPr>
            <a:lvl8pPr marL="860268" indent="0">
              <a:buNone/>
              <a:defRPr sz="269"/>
            </a:lvl8pPr>
            <a:lvl9pPr marL="983163" indent="0">
              <a:buNone/>
              <a:defRPr sz="269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D389C8-E2BA-26AE-9DA6-58C3E4539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42B1-4A70-4F84-B0F6-297B7F5465E5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A2B3091-C3CB-BCAF-A26E-BC5C008F2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9B00DE3-0103-837B-D975-99D27046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B8957-4AEE-43CB-8E90-EAFCDDEC1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0497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831D55-488D-5592-B404-E845865AD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93" y="131974"/>
            <a:ext cx="1056789" cy="461910"/>
          </a:xfrm>
        </p:spPr>
        <p:txBody>
          <a:bodyPr anchor="b"/>
          <a:lstStyle>
            <a:lvl1pPr>
              <a:defRPr sz="86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E09F8BB-3584-605E-9456-42F5AED75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392982" y="285028"/>
            <a:ext cx="1658779" cy="1406808"/>
          </a:xfrm>
        </p:spPr>
        <p:txBody>
          <a:bodyPr/>
          <a:lstStyle>
            <a:lvl1pPr marL="0" indent="0">
              <a:buNone/>
              <a:defRPr sz="860"/>
            </a:lvl1pPr>
            <a:lvl2pPr marL="122895" indent="0">
              <a:buNone/>
              <a:defRPr sz="753"/>
            </a:lvl2pPr>
            <a:lvl3pPr marL="245791" indent="0">
              <a:buNone/>
              <a:defRPr sz="645"/>
            </a:lvl3pPr>
            <a:lvl4pPr marL="368686" indent="0">
              <a:buNone/>
              <a:defRPr sz="538"/>
            </a:lvl4pPr>
            <a:lvl5pPr marL="491581" indent="0">
              <a:buNone/>
              <a:defRPr sz="538"/>
            </a:lvl5pPr>
            <a:lvl6pPr marL="614477" indent="0">
              <a:buNone/>
              <a:defRPr sz="538"/>
            </a:lvl6pPr>
            <a:lvl7pPr marL="737372" indent="0">
              <a:buNone/>
              <a:defRPr sz="538"/>
            </a:lvl7pPr>
            <a:lvl8pPr marL="860268" indent="0">
              <a:buNone/>
              <a:defRPr sz="538"/>
            </a:lvl8pPr>
            <a:lvl9pPr marL="983163" indent="0">
              <a:buNone/>
              <a:defRPr sz="538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7698027-D689-DC79-5FC8-A08CFAA3A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5693" y="593884"/>
            <a:ext cx="1056789" cy="1100243"/>
          </a:xfrm>
        </p:spPr>
        <p:txBody>
          <a:bodyPr/>
          <a:lstStyle>
            <a:lvl1pPr marL="0" indent="0">
              <a:buNone/>
              <a:defRPr sz="430"/>
            </a:lvl1pPr>
            <a:lvl2pPr marL="122895" indent="0">
              <a:buNone/>
              <a:defRPr sz="376"/>
            </a:lvl2pPr>
            <a:lvl3pPr marL="245791" indent="0">
              <a:buNone/>
              <a:defRPr sz="323"/>
            </a:lvl3pPr>
            <a:lvl4pPr marL="368686" indent="0">
              <a:buNone/>
              <a:defRPr sz="269"/>
            </a:lvl4pPr>
            <a:lvl5pPr marL="491581" indent="0">
              <a:buNone/>
              <a:defRPr sz="269"/>
            </a:lvl5pPr>
            <a:lvl6pPr marL="614477" indent="0">
              <a:buNone/>
              <a:defRPr sz="269"/>
            </a:lvl6pPr>
            <a:lvl7pPr marL="737372" indent="0">
              <a:buNone/>
              <a:defRPr sz="269"/>
            </a:lvl7pPr>
            <a:lvl8pPr marL="860268" indent="0">
              <a:buNone/>
              <a:defRPr sz="269"/>
            </a:lvl8pPr>
            <a:lvl9pPr marL="983163" indent="0">
              <a:buNone/>
              <a:defRPr sz="269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06CD79B-CF14-3B5F-4F37-B34DBE2DB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42B1-4A70-4F84-B0F6-297B7F5465E5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DB211B-46B6-F301-4A99-0DC0373D0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64E5D2-CB92-5A06-1FC8-8B7219CF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B8957-4AEE-43CB-8E90-EAFCDDEC1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4437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01397F-CC26-D261-F2CF-52FF931CB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974EADF-7E29-6005-EFE5-9088A2708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6FFE1E-C5A8-CAB3-8E1F-4100C8B8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42B1-4A70-4F84-B0F6-297B7F5465E5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D9F58E-1DAD-B0EF-F3CA-6AD3F8F72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0D9FDF-3670-35DD-D80D-0C3BB1E71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B8957-4AEE-43CB-8E90-EAFCDDEC1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453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0B2171C-A4FA-9DA5-CD74-1017E8A7A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344817" y="105396"/>
            <a:ext cx="706517" cy="1677631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E2D094E-86DA-AD1D-0C06-A191BA081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25266" y="105396"/>
            <a:ext cx="2078593" cy="1677631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246C46-C44A-898F-9563-99379F6F7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42B1-4A70-4F84-B0F6-297B7F5465E5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7029B2-C32A-F786-838D-7E87E859E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822F4D-4665-C85A-CF72-2A0064AFE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B8957-4AEE-43CB-8E90-EAFCDDEC1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54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9063D4A-62DC-D3B3-3D34-AECB2F06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266" y="105396"/>
            <a:ext cx="2826068" cy="38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EF601E2-C57A-3A23-DDD1-49B140C0F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5266" y="526980"/>
            <a:ext cx="2826068" cy="1256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301440-0606-68C4-003C-91A1CD2CDB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5266" y="1834808"/>
            <a:ext cx="737235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3542B1-4A70-4F84-B0F6-297B7F5465E5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2A5320-F935-1E05-B360-CBD9160D34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5374" y="1834808"/>
            <a:ext cx="1105853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624E9C-E931-9730-E8CC-5F0B3CD73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14099" y="1834808"/>
            <a:ext cx="737235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2B8957-4AEE-43CB-8E90-EAFCDDEC1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7890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45791" rtl="0" eaLnBrk="1" latinLnBrk="0" hangingPunct="1">
        <a:lnSpc>
          <a:spcPct val="90000"/>
        </a:lnSpc>
        <a:spcBef>
          <a:spcPct val="0"/>
        </a:spcBef>
        <a:buNone/>
        <a:defRPr kumimoji="1" sz="11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1448" indent="-61448" algn="l" defTabSz="245791" rtl="0" eaLnBrk="1" latinLnBrk="0" hangingPunct="1">
        <a:lnSpc>
          <a:spcPct val="90000"/>
        </a:lnSpc>
        <a:spcBef>
          <a:spcPts val="269"/>
        </a:spcBef>
        <a:buFont typeface="Arial" panose="020B0604020202020204" pitchFamily="34" charset="0"/>
        <a:buChar char="•"/>
        <a:defRPr kumimoji="1" sz="753" kern="1200">
          <a:solidFill>
            <a:schemeClr val="tx1"/>
          </a:solidFill>
          <a:latin typeface="+mn-lt"/>
          <a:ea typeface="+mn-ea"/>
          <a:cs typeface="+mn-cs"/>
        </a:defRPr>
      </a:lvl1pPr>
      <a:lvl2pPr marL="184343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645" kern="1200">
          <a:solidFill>
            <a:schemeClr val="tx1"/>
          </a:solidFill>
          <a:latin typeface="+mn-lt"/>
          <a:ea typeface="+mn-ea"/>
          <a:cs typeface="+mn-cs"/>
        </a:defRPr>
      </a:lvl2pPr>
      <a:lvl3pPr marL="307238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538" kern="1200">
          <a:solidFill>
            <a:schemeClr val="tx1"/>
          </a:solidFill>
          <a:latin typeface="+mn-lt"/>
          <a:ea typeface="+mn-ea"/>
          <a:cs typeface="+mn-cs"/>
        </a:defRPr>
      </a:lvl3pPr>
      <a:lvl4pPr marL="430134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4pPr>
      <a:lvl5pPr marL="553029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5pPr>
      <a:lvl6pPr marL="675924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6pPr>
      <a:lvl7pPr marL="798820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7pPr>
      <a:lvl8pPr marL="921715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8pPr>
      <a:lvl9pPr marL="1044611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1pPr>
      <a:lvl2pPr marL="122895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2pPr>
      <a:lvl3pPr marL="245791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3pPr>
      <a:lvl4pPr marL="368686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4pPr>
      <a:lvl5pPr marL="491581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5pPr>
      <a:lvl6pPr marL="614477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6pPr>
      <a:lvl7pPr marL="737372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7pPr>
      <a:lvl8pPr marL="860268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8pPr>
      <a:lvl9pPr marL="983163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75E7D94-44BF-DA03-CD96-C5B1168E2F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" b="14856"/>
          <a:stretch>
            <a:fillRect/>
          </a:stretch>
        </p:blipFill>
        <p:spPr>
          <a:xfrm>
            <a:off x="0" y="0"/>
            <a:ext cx="3276600" cy="1979613"/>
          </a:xfrm>
          <a:prstGeom prst="rect">
            <a:avLst/>
          </a:prstGeom>
          <a:effectLst>
            <a:softEdge rad="0"/>
          </a:effectLst>
        </p:spPr>
      </p:pic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402942FF-1656-3405-E47F-7B5405885DC0}"/>
              </a:ext>
            </a:extLst>
          </p:cNvPr>
          <p:cNvSpPr/>
          <p:nvPr/>
        </p:nvSpPr>
        <p:spPr>
          <a:xfrm>
            <a:off x="234950" y="581025"/>
            <a:ext cx="2787649" cy="1257300"/>
          </a:xfrm>
          <a:prstGeom prst="roundRect">
            <a:avLst>
              <a:gd name="adj" fmla="val 2994"/>
            </a:avLst>
          </a:prstGeom>
          <a:solidFill>
            <a:srgbClr val="F6FA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D02A2DE-06AC-5F4C-CD2A-8B901C7768EF}"/>
              </a:ext>
            </a:extLst>
          </p:cNvPr>
          <p:cNvSpPr txBox="1"/>
          <p:nvPr/>
        </p:nvSpPr>
        <p:spPr>
          <a:xfrm>
            <a:off x="99421" y="114582"/>
            <a:ext cx="3077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     贈答品の受け取り方</a:t>
            </a:r>
            <a:endParaRPr kumimoji="1" lang="en-US" altLang="ja-JP" sz="12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76ECF24-4DDC-B540-3680-ABD051B9A087}"/>
              </a:ext>
            </a:extLst>
          </p:cNvPr>
          <p:cNvSpPr txBox="1"/>
          <p:nvPr/>
        </p:nvSpPr>
        <p:spPr>
          <a:xfrm>
            <a:off x="99421" y="381527"/>
            <a:ext cx="30777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ja-JP" sz="9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カードをお持ちの方へ。</a:t>
            </a:r>
            <a:r>
              <a:rPr lang="en-US" altLang="ja-JP" sz="9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3</a:t>
            </a:r>
            <a:r>
              <a:rPr lang="ja-JP" altLang="ja-JP" sz="9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つの手順で簡単に受け取れます。 </a:t>
            </a:r>
            <a:endParaRPr kumimoji="1" lang="ja-JP" altLang="en-US" sz="9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DB14287-34FB-6980-4AEA-6F9A1B0EF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58" y="165713"/>
            <a:ext cx="174736" cy="174736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4697E856-E1F1-BFF8-93FC-5486AB60CC6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1" t="18417" r="1618" b="3500"/>
          <a:stretch>
            <a:fillRect/>
          </a:stretch>
        </p:blipFill>
        <p:spPr bwMode="auto">
          <a:xfrm>
            <a:off x="275986" y="607394"/>
            <a:ext cx="2724627" cy="1206506"/>
          </a:xfrm>
          <a:prstGeom prst="rect">
            <a:avLst/>
          </a:prstGeom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03005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9E32AEE8-DDA1-07EF-3739-634094EDBFE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" b="14856"/>
          <a:stretch>
            <a:fillRect/>
          </a:stretch>
        </p:blipFill>
        <p:spPr>
          <a:xfrm>
            <a:off x="0" y="0"/>
            <a:ext cx="3276600" cy="1979613"/>
          </a:xfrm>
          <a:prstGeom prst="rect">
            <a:avLst/>
          </a:prstGeom>
          <a:effectLst>
            <a:softEdge rad="0"/>
          </a:effectLst>
        </p:spPr>
      </p:pic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806ABADE-619C-5B76-A5AA-48FBB2D82677}"/>
              </a:ext>
            </a:extLst>
          </p:cNvPr>
          <p:cNvGrpSpPr/>
          <p:nvPr/>
        </p:nvGrpSpPr>
        <p:grpSpPr>
          <a:xfrm>
            <a:off x="208986" y="167161"/>
            <a:ext cx="2858627" cy="1654815"/>
            <a:chOff x="109986" y="221146"/>
            <a:chExt cx="3003168" cy="1738487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122F1EC2-F950-F05A-1C4D-C6F7E1911F7D}"/>
                </a:ext>
              </a:extLst>
            </p:cNvPr>
            <p:cNvSpPr txBox="1"/>
            <p:nvPr/>
          </p:nvSpPr>
          <p:spPr>
            <a:xfrm>
              <a:off x="603249" y="1470261"/>
              <a:ext cx="2016641" cy="410477"/>
            </a:xfrm>
            <a:prstGeom prst="rect">
              <a:avLst/>
            </a:prstGeom>
            <a:noFill/>
            <a:effectLst>
              <a:outerShdw blurRad="50800" dist="50800" dir="5400000" algn="ctr" rotWithShape="0">
                <a:schemeClr val="bg1"/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600" b="1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「名刺代わりに」</a:t>
              </a:r>
              <a:r>
                <a:rPr kumimoji="1" lang="ja-JP" altLang="en-US" sz="600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は、秋田大学発ベンチャーの</a:t>
              </a:r>
              <a:endParaRPr kumimoji="1" lang="en-US" altLang="ja-JP" sz="600" dirty="0">
                <a:latin typeface="Meiryo UI" panose="020B0604030504040204" pitchFamily="34" charset="-128"/>
                <a:ea typeface="Meiryo UI" panose="020B0604030504040204" pitchFamily="34" charset="-128"/>
              </a:endParaRPr>
            </a:p>
            <a:p>
              <a:pPr algn="ctr"/>
              <a:r>
                <a:rPr kumimoji="1" lang="ja-JP" altLang="en-US" sz="600" b="1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一般社団法人秋田大学イノベーション</a:t>
              </a:r>
              <a:r>
                <a:rPr kumimoji="1" lang="en-US" altLang="ja-JP" sz="600" b="1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&amp;</a:t>
              </a:r>
              <a:r>
                <a:rPr kumimoji="1" lang="ja-JP" altLang="en-US" sz="600" b="1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コンサルティング（</a:t>
              </a:r>
              <a:r>
                <a:rPr kumimoji="1" lang="en" altLang="ja-JP" sz="600" b="1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AUIC</a:t>
              </a:r>
              <a:r>
                <a:rPr kumimoji="1" lang="ja-JP" altLang="en-US" sz="600" b="1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／オーイック）</a:t>
              </a:r>
              <a:r>
                <a:rPr kumimoji="1" lang="ja-JP" altLang="en-US" sz="600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が提供しています</a:t>
              </a:r>
              <a:r>
                <a:rPr kumimoji="1" lang="ja-JP" altLang="en-US" sz="700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。</a:t>
              </a:r>
            </a:p>
          </p:txBody>
        </p:sp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7941FB77-17F2-4624-B42D-8676C6B1C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4219" y="221146"/>
              <a:ext cx="470341" cy="470342"/>
            </a:xfrm>
            <a:prstGeom prst="rect">
              <a:avLst/>
            </a:prstGeom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B9634331-651D-4B98-5411-8DD722600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986" y="1391368"/>
              <a:ext cx="568265" cy="568265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F7A2EAE8-EEF9-093C-5518-F5A97C0BF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4889" y="1391368"/>
              <a:ext cx="568265" cy="568265"/>
            </a:xfrm>
            <a:prstGeom prst="rect">
              <a:avLst/>
            </a:prstGeom>
          </p:spPr>
        </p:pic>
        <p:sp>
          <p:nvSpPr>
            <p:cNvPr id="6" name="四角形: 角を丸くする 17">
              <a:extLst>
                <a:ext uri="{FF2B5EF4-FFF2-40B4-BE49-F238E27FC236}">
                  <a16:creationId xmlns:a16="http://schemas.microsoft.com/office/drawing/2014/main" id="{36F90331-4942-0252-0FA7-8098E7C6B0F9}"/>
                </a:ext>
              </a:extLst>
            </p:cNvPr>
            <p:cNvSpPr/>
            <p:nvPr/>
          </p:nvSpPr>
          <p:spPr>
            <a:xfrm>
              <a:off x="109986" y="770381"/>
              <a:ext cx="3003168" cy="568265"/>
            </a:xfrm>
            <a:prstGeom prst="roundRect">
              <a:avLst>
                <a:gd name="adj" fmla="val 8213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[『</a:t>
              </a:r>
              <a:r>
                <a:rPr kumimoji="1" lang="ja-JP" altLang="en-US" sz="8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名刺代わりに</a:t>
              </a:r>
              <a:r>
                <a:rPr kumimoji="1" lang="en-US" altLang="ja-JP" sz="8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』</a:t>
              </a:r>
              <a:r>
                <a:rPr kumimoji="1" lang="ja-JP" altLang="en-US" sz="8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システムに関するお問い合わせ</a:t>
              </a:r>
              <a:r>
                <a:rPr kumimoji="1" lang="en-US" altLang="ja-JP" sz="8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]</a:t>
              </a:r>
            </a:p>
            <a:p>
              <a:pPr algn="ctr"/>
              <a:r>
                <a:rPr kumimoji="1" lang="ja-JP" altLang="en-US" sz="800" b="1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一般社団法人秋田大学イノベーションアンドコンサルティング（</a:t>
              </a:r>
              <a:r>
                <a:rPr kumimoji="1" lang="en-US" altLang="ja-JP" sz="800" b="1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AUIC</a:t>
              </a:r>
              <a:r>
                <a:rPr kumimoji="1" lang="ja-JP" altLang="en-US" sz="800" b="1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）</a:t>
              </a:r>
              <a:endParaRPr kumimoji="1" lang="en-US" altLang="ja-JP" sz="800" b="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endParaRPr>
            </a:p>
            <a:p>
              <a:pPr algn="ctr"/>
              <a:r>
                <a:rPr kumimoji="1" lang="ja-JP" altLang="en-US" sz="8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電話：</a:t>
              </a:r>
              <a:r>
                <a:rPr kumimoji="1" lang="en-US" altLang="ja-JP" sz="8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070-5070-3073</a:t>
              </a:r>
              <a:r>
                <a:rPr kumimoji="1" lang="ja-JP" altLang="en-US" sz="8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　</a:t>
              </a:r>
              <a:r>
                <a:rPr kumimoji="1" lang="en-US" altLang="ja-JP" sz="8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e-mail</a:t>
              </a:r>
              <a:r>
                <a:rPr kumimoji="1" lang="ja-JP" altLang="en-US" sz="8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：</a:t>
              </a:r>
              <a:r>
                <a:rPr kumimoji="1" lang="en-US" altLang="ja-JP" sz="800" dirty="0" err="1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attcard@auic.or.jp</a:t>
              </a:r>
              <a:endParaRPr kumimoji="1" lang="en-US" altLang="ja-JP" sz="8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3776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77</Words>
  <Application>Microsoft Office PowerPoint</Application>
  <PresentationFormat>ユーザー設定</PresentationFormat>
  <Paragraphs>7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yudai itou</dc:creator>
  <cp:lastModifiedBy>yudai itou</cp:lastModifiedBy>
  <cp:revision>9</cp:revision>
  <cp:lastPrinted>2026-04-17T03:50:07Z</cp:lastPrinted>
  <dcterms:created xsi:type="dcterms:W3CDTF">2026-04-17T02:39:54Z</dcterms:created>
  <dcterms:modified xsi:type="dcterms:W3CDTF">2026-04-17T04:13:34Z</dcterms:modified>
</cp:coreProperties>
</file>